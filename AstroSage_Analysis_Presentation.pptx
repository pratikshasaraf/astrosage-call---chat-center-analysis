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5" r:id="rId4"/>
  </p:sldMasterIdLst>
  <p:notesMasterIdLst>
    <p:notesMasterId r:id="rId26"/>
  </p:notesMasterIdLst>
  <p:handoutMasterIdLst>
    <p:handoutMasterId r:id="rId27"/>
  </p:handoutMasterIdLst>
  <p:sldIdLst>
    <p:sldId id="312" r:id="rId5"/>
    <p:sldId id="350" r:id="rId6"/>
    <p:sldId id="330" r:id="rId7"/>
    <p:sldId id="337" r:id="rId8"/>
    <p:sldId id="338" r:id="rId9"/>
    <p:sldId id="320" r:id="rId10"/>
    <p:sldId id="352" r:id="rId11"/>
    <p:sldId id="340" r:id="rId12"/>
    <p:sldId id="341" r:id="rId13"/>
    <p:sldId id="342" r:id="rId14"/>
    <p:sldId id="343" r:id="rId15"/>
    <p:sldId id="344" r:id="rId16"/>
    <p:sldId id="345" r:id="rId17"/>
    <p:sldId id="347" r:id="rId18"/>
    <p:sldId id="348" r:id="rId19"/>
    <p:sldId id="346" r:id="rId20"/>
    <p:sldId id="332" r:id="rId21"/>
    <p:sldId id="349" r:id="rId22"/>
    <p:sldId id="335" r:id="rId23"/>
    <p:sldId id="351" r:id="rId24"/>
    <p:sldId id="33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4826"/>
    <a:srgbClr val="FCE5EF"/>
    <a:srgbClr val="D2EA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4717" autoAdjust="0"/>
  </p:normalViewPr>
  <p:slideViewPr>
    <p:cSldViewPr snapToGrid="0">
      <p:cViewPr varScale="1">
        <p:scale>
          <a:sx n="81" d="100"/>
          <a:sy n="81" d="100"/>
        </p:scale>
        <p:origin x="264" y="53"/>
      </p:cViewPr>
      <p:guideLst/>
    </p:cSldViewPr>
  </p:slideViewPr>
  <p:outlineViewPr>
    <p:cViewPr>
      <p:scale>
        <a:sx n="33" d="100"/>
        <a:sy n="33" d="100"/>
      </p:scale>
      <p:origin x="0" y="-3480"/>
    </p:cViewPr>
  </p:outlineViewPr>
  <p:notesTextViewPr>
    <p:cViewPr>
      <p:scale>
        <a:sx n="1" d="1"/>
        <a:sy n="1" d="1"/>
      </p:scale>
      <p:origin x="0" y="0"/>
    </p:cViewPr>
  </p:notesTextViewPr>
  <p:sorterViewPr>
    <p:cViewPr>
      <p:scale>
        <a:sx n="100" d="100"/>
        <a:sy n="100" d="100"/>
      </p:scale>
      <p:origin x="0" y="-1522"/>
    </p:cViewPr>
  </p:sorterViewPr>
  <p:notesViewPr>
    <p:cSldViewPr snapToGrid="0">
      <p:cViewPr varScale="1">
        <p:scale>
          <a:sx n="62" d="100"/>
          <a:sy n="62" d="100"/>
        </p:scale>
        <p:origin x="2266"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ED7A934-0635-4E76-95FD-43993B1828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43A72F8-57B8-4FBF-B54E-88A861E91D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273EFC-B541-4D39-ACAE-B43588005231}" type="datetimeFigureOut">
              <a:rPr lang="en-US" smtClean="0"/>
              <a:t>8/22/2026</a:t>
            </a:fld>
            <a:endParaRPr lang="en-US"/>
          </a:p>
        </p:txBody>
      </p:sp>
      <p:sp>
        <p:nvSpPr>
          <p:cNvPr id="4" name="Footer Placeholder 3">
            <a:extLst>
              <a:ext uri="{FF2B5EF4-FFF2-40B4-BE49-F238E27FC236}">
                <a16:creationId xmlns:a16="http://schemas.microsoft.com/office/drawing/2014/main" id="{604A6038-4A3D-4CE4-A3B5-D6E97612120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D286FF7-47DD-4A75-85A8-6445E3411EA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98FC685-2169-447E-B5F0-6D799AEBC20E}" type="slidenum">
              <a:rPr lang="en-US" smtClean="0"/>
              <a:t>‹#›</a:t>
            </a:fld>
            <a:endParaRPr lang="en-US"/>
          </a:p>
        </p:txBody>
      </p:sp>
    </p:spTree>
    <p:extLst>
      <p:ext uri="{BB962C8B-B14F-4D97-AF65-F5344CB8AC3E}">
        <p14:creationId xmlns:p14="http://schemas.microsoft.com/office/powerpoint/2010/main" val="35572555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0853E1-56A0-44E9-A74E-5E9F6164A239}" type="datetimeFigureOut">
              <a:rPr lang="en-US" smtClean="0"/>
              <a:t>8/22/2026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926890-3464-4466-B789-5BB6DD4ADC9C}" type="slidenum">
              <a:rPr lang="en-US" smtClean="0"/>
              <a:t>‹#›</a:t>
            </a:fld>
            <a:endParaRPr lang="en-US"/>
          </a:p>
        </p:txBody>
      </p:sp>
    </p:spTree>
    <p:extLst>
      <p:ext uri="{BB962C8B-B14F-4D97-AF65-F5344CB8AC3E}">
        <p14:creationId xmlns:p14="http://schemas.microsoft.com/office/powerpoint/2010/main" val="3129477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926890-3464-4466-B789-5BB6DD4ADC9C}" type="slidenum">
              <a:rPr lang="en-US" smtClean="0"/>
              <a:t>1</a:t>
            </a:fld>
            <a:endParaRPr lang="en-US"/>
          </a:p>
        </p:txBody>
      </p:sp>
    </p:spTree>
    <p:extLst>
      <p:ext uri="{BB962C8B-B14F-4D97-AF65-F5344CB8AC3E}">
        <p14:creationId xmlns:p14="http://schemas.microsoft.com/office/powerpoint/2010/main" val="3110754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08882-E53F-03EB-11F5-25C153989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75C33-CFD8-9166-8469-0279FD621F5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B29593D-B68B-D991-4E13-CD4731F6CD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8C7689-AE9B-0AF4-3FA4-32FA19473D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3968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1212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9744C-96D2-BA36-9B85-0E8799374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771BF9-534E-E5B8-7EF9-F7D955F71E7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23555F7-7449-E926-1E44-F80DB74497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C3998C-BB50-46C1-735B-CA01385068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29887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853D8-9947-7BFF-2B41-689784DDC0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C7C5BB-BA8D-98EF-7A63-672E6012FC2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C58BC5C-707C-BB5F-D675-D0A39B9F34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34331C-AF17-AC26-459D-B638BB4EEEE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9372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1872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C7F99-7B1A-1643-AE10-E0BF32A43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C60C9-E060-5C3B-83E9-6FF63E77775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52189E3-D74A-D99F-1190-51D5B089A9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081FE1-CC19-75BE-9AC9-80A6F103316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820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BAC4C-A751-0932-525A-BE6774A95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84CC70-BFCF-3F01-7A3A-3E1C5E5D36F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9812CDA-FC65-89D9-7907-4CE9B31CA5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E8D0ABE-4381-2724-90DC-74796A05177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9654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5CFD5-35DB-949B-79EA-C3FA699FF2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60C686-2279-F1BD-83AD-8491D404FAE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F659B35-E7C9-3085-677A-8B8F7C59F5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A17900-2232-84AC-34E4-0A92B7F97E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9558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6E405-8302-EE68-D5E8-0BA7A8CD1D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D91F4-C804-2E9C-55D5-05D01BD3734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C0B34B0-6AB7-BA74-02CB-D07F8FFA74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82803A8-4AF3-5430-635D-F42AF3EA6E6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82917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3F5E-BCFF-859F-349D-990D5C9461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5C100-1737-A62C-7CC2-A37798B89EA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C55EEE6-9E37-A28F-5F2F-C282D238BB3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ACE09D-2E90-B0B7-D191-C38B074B4B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3045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714B7-C992-EA59-8580-D8CAD3072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D16AA-F91E-1464-F932-353FBA1EEE6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F60FFF8-0DC7-5D2E-43D3-4A63251D0C0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983EC93-5DA4-BE9D-27C0-02C4EEA8DA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95597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6C5CF-FBD1-47D9-4127-AB5C3C5BBB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CA23D0-0F73-D830-DBD2-A9F827B2322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59CE6E0-6151-A4FC-DDCE-58BA4D3EDED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D4086A-991C-7B49-1864-FE68227E99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15785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66FF7-C3D8-E149-9935-CE04538BD3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110497-5A24-F882-27ED-8EEC7F94941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FF95B46-4144-CA06-2EBF-DD1DEC0942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EDBD97A-FBF7-9064-3143-ADDDE09F0BB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90219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40294-A49E-1A96-CB8F-60E82775BD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4713A8-7386-4D79-C301-49E2B06786C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0AA3087-41C8-38BA-2C39-521134F07B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ED1324-9E89-16BE-6BC0-FDEAFF07D31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37016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D5643-BC39-8726-2922-9C6668990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F9C54-924B-675E-E18F-D2E71BAB856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5319D55-CC83-05DE-2A87-E1B52763E56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E859DC-4C01-87A7-8B30-41C024FC142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18510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7926890-3464-4466-B789-5BB6DD4ADC9C}" type="slidenum">
              <a:rPr lang="en-US" smtClean="0"/>
              <a:t>17</a:t>
            </a:fld>
            <a:endParaRPr lang="en-US"/>
          </a:p>
        </p:txBody>
      </p:sp>
    </p:spTree>
    <p:extLst>
      <p:ext uri="{BB962C8B-B14F-4D97-AF65-F5344CB8AC3E}">
        <p14:creationId xmlns:p14="http://schemas.microsoft.com/office/powerpoint/2010/main" val="21021253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8921A-B424-2BB6-05CB-F9ACD484C7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7A3BA6-35AD-A90C-E85D-ACAECB9956B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942B5DA-DF30-9359-B3D0-73CF6D27BC5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3ECF1D4-3973-AB5C-FE76-DF384ACAB2CD}"/>
              </a:ext>
            </a:extLst>
          </p:cNvPr>
          <p:cNvSpPr>
            <a:spLocks noGrp="1"/>
          </p:cNvSpPr>
          <p:nvPr>
            <p:ph type="sldNum" sz="quarter" idx="5"/>
          </p:nvPr>
        </p:nvSpPr>
        <p:spPr/>
        <p:txBody>
          <a:bodyPr/>
          <a:lstStyle/>
          <a:p>
            <a:fld id="{F7926890-3464-4466-B789-5BB6DD4ADC9C}" type="slidenum">
              <a:rPr lang="en-US" smtClean="0"/>
              <a:t>18</a:t>
            </a:fld>
            <a:endParaRPr lang="en-US"/>
          </a:p>
        </p:txBody>
      </p:sp>
    </p:spTree>
    <p:extLst>
      <p:ext uri="{BB962C8B-B14F-4D97-AF65-F5344CB8AC3E}">
        <p14:creationId xmlns:p14="http://schemas.microsoft.com/office/powerpoint/2010/main" val="5683205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67823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04CA0-8C1B-09AF-D9C6-49DEEE5D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32B61C-7B0C-E03C-E5C1-13E607F2A0F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F3AFA50-5685-AB11-6927-A3E15E0E45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0162F9E-450C-C1A3-6F11-87D6149B7D7B}"/>
              </a:ext>
            </a:extLst>
          </p:cNvPr>
          <p:cNvSpPr>
            <a:spLocks noGrp="1"/>
          </p:cNvSpPr>
          <p:nvPr>
            <p:ph type="sldNum" sz="quarter" idx="5"/>
          </p:nvPr>
        </p:nvSpPr>
        <p:spPr/>
        <p:txBody>
          <a:bodyPr/>
          <a:lstStyle/>
          <a:p>
            <a:fld id="{F7926890-3464-4466-B789-5BB6DD4ADC9C}" type="slidenum">
              <a:rPr lang="en-US" smtClean="0"/>
              <a:t>20</a:t>
            </a:fld>
            <a:endParaRPr lang="en-US"/>
          </a:p>
        </p:txBody>
      </p:sp>
    </p:spTree>
    <p:extLst>
      <p:ext uri="{BB962C8B-B14F-4D97-AF65-F5344CB8AC3E}">
        <p14:creationId xmlns:p14="http://schemas.microsoft.com/office/powerpoint/2010/main" val="40893244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13238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lstStyle/>
          <a:p>
            <a:endParaRPr lang="en-IN"/>
          </a:p>
        </p:txBody>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noChangeAspect="1"/>
          </p:cNvSpPr>
          <p:nvPr>
            <p:ph type="pic" sz="quarter" idx="14" hasCustomPrompt="1"/>
          </p:nvPr>
        </p:nvSpPr>
        <p:spPr>
          <a:xfrm>
            <a:off x="5503863" y="1354138"/>
            <a:ext cx="5322887" cy="4481512"/>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dirty="0"/>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r>
              <a:rPr lang="en-US" dirty="0"/>
              <a:t>
              </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F695BADC-4FD4-44DC-8CD5-A8F9C57A8D9D}" type="datetimeFigureOut">
              <a:rPr lang="en-US" dirty="0"/>
              <a:t>8/22/2026</a:t>
            </a:fld>
            <a:endParaRPr lang="en-US" dirty="0"/>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2228583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dirty="0"/>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D849E410-BE9E-427B-BCB5-604E33C4348E}" type="datetimeFigureOut">
              <a:rPr lang="en-US" dirty="0"/>
              <a:t>8/22/2026</a:t>
            </a:fld>
            <a:endParaRPr lang="en-US" dirty="0"/>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204233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lstStyle/>
          <a:p>
            <a:endParaRPr lang="en-IN"/>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noChangeAspect="1"/>
          </p:cNvSpPr>
          <p:nvPr>
            <p:ph type="pic" sz="quarter" idx="13" hasCustomPrompt="1"/>
          </p:nvPr>
        </p:nvSpPr>
        <p:spPr>
          <a:xfrm>
            <a:off x="-791" y="1371600"/>
            <a:ext cx="6706392" cy="54864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dirty="0"/>
              <a:t>Click to edit Master subtitle style</a:t>
            </a:r>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27F8DDA4-3B80-4E8A-A8F5-521F73BF9127}" type="slidenum">
              <a:rPr lang="en-US" dirty="0"/>
              <a:t>‹#›</a:t>
            </a:fld>
            <a:endParaRPr lang="en-US" dirty="0"/>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D666FC17-48E9-4EB3-BB0E-C81F4FBF1D65}" type="datetimeFigureOut">
              <a:rPr lang="en-US" dirty="0"/>
              <a:t>8/22/2026</a:t>
            </a:fld>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r>
              <a:rPr lang="en-US" dirty="0"/>
              <a:t>
              </a:t>
            </a:r>
          </a:p>
        </p:txBody>
      </p:sp>
    </p:spTree>
    <p:extLst>
      <p:ext uri="{BB962C8B-B14F-4D97-AF65-F5344CB8AC3E}">
        <p14:creationId xmlns:p14="http://schemas.microsoft.com/office/powerpoint/2010/main" val="3472540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lstStyle/>
          <a:p>
            <a:endParaRPr lang="en-IN"/>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r>
              <a:rPr lang="en-US" dirty="0"/>
              <a:t>
              </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DFE1FB2C-1600-49CF-ABE3-F2743AC651C3}" type="datetimeFigureOut">
              <a:rPr lang="en-US" dirty="0"/>
              <a:t>8/22/2026</a:t>
            </a:fld>
            <a:endParaRPr lang="en-US" dirty="0"/>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2701390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a:lstStyle/>
          <a:p>
            <a:endParaRPr lang="en-IN"/>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dirty="0"/>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r>
              <a:rPr lang="en-US" dirty="0"/>
              <a:t>
              </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F205D05A-BA39-4B06-B20A-BF32BF994A68}" type="datetimeFigureOut">
              <a:rPr lang="en-US" dirty="0"/>
              <a:t>8/22/2026</a:t>
            </a:fld>
            <a:endParaRPr lang="en-US" dirty="0"/>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27F8DDA4-3B80-4E8A-A8F5-521F73BF9127}" type="slidenum">
              <a:rPr lang="en-US" dirty="0"/>
              <a:t>‹#›</a:t>
            </a:fld>
            <a:endParaRPr lang="en-US" dirty="0"/>
          </a:p>
        </p:txBody>
      </p:sp>
    </p:spTree>
    <p:extLst>
      <p:ext uri="{BB962C8B-B14F-4D97-AF65-F5344CB8AC3E}">
        <p14:creationId xmlns:p14="http://schemas.microsoft.com/office/powerpoint/2010/main" val="458263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a:lstStyle/>
          <a:p>
            <a:endParaRPr lang="en-IN"/>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dirty="0"/>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6C2206C6-C6B2-4E06-A7AA-7F308C2F851D}" type="datetimeFigureOut">
              <a:rPr lang="en-US" dirty="0"/>
              <a:t>8/22/2026</a:t>
            </a:fld>
            <a:endParaRPr lang="en-US" dirty="0"/>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1423657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a:lstStyle/>
          <a:p>
            <a:endParaRPr lang="en-IN"/>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lstStyle/>
          <a:p>
            <a:endParaRPr lang="en-IN"/>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dirty="0"/>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r>
              <a:rPr lang="en-US" dirty="0"/>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D1188C7A-78DB-4967-8643-716598F25D97}" type="datetimeFigureOut">
              <a:rPr lang="en-US" dirty="0"/>
              <a:t>8/22/2026</a:t>
            </a:fld>
            <a:endParaRPr lang="en-US" dirty="0"/>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27F8DDA4-3B80-4E8A-A8F5-521F73BF9127}" type="slidenum">
              <a:rPr lang="en-US" dirty="0"/>
              <a:t>‹#›</a:t>
            </a:fld>
            <a:endParaRPr lang="en-US" dirty="0"/>
          </a:p>
        </p:txBody>
      </p:sp>
      <p:sp>
        <p:nvSpPr>
          <p:cNvPr id="14" name="Picture Placeholder 13">
            <a:extLst>
              <a:ext uri="{FF2B5EF4-FFF2-40B4-BE49-F238E27FC236}">
                <a16:creationId xmlns:a16="http://schemas.microsoft.com/office/drawing/2014/main" id="{1DA62460-475C-38E7-135D-916B98438D09}"/>
              </a:ext>
            </a:extLst>
          </p:cNvPr>
          <p:cNvSpPr>
            <a:spLocks noGrp="1" noChangeAspect="1"/>
          </p:cNvSpPr>
          <p:nvPr>
            <p:ph type="pic" sz="quarter" idx="13" hasCustomPrompt="1"/>
          </p:nvPr>
        </p:nvSpPr>
        <p:spPr>
          <a:xfrm>
            <a:off x="8763000" y="3415504"/>
            <a:ext cx="3429000" cy="3442496"/>
          </a:xfrm>
          <a:blipFill>
            <a:blip r:embed="rId2">
              <a:alphaModFix amt="70000"/>
            </a:blip>
            <a:stretch>
              <a:fillRect/>
            </a:stretch>
          </a:blipFill>
        </p:spPr>
        <p:txBody>
          <a:bodyPr anchor="t"/>
          <a:lstStyle>
            <a:lvl1pPr marL="0" indent="0">
              <a:buNone/>
              <a:defRPr/>
            </a:lvl1pPr>
          </a:lstStyle>
          <a:p>
            <a:endParaRPr/>
          </a:p>
        </p:txBody>
      </p:sp>
    </p:spTree>
    <p:extLst>
      <p:ext uri="{BB962C8B-B14F-4D97-AF65-F5344CB8AC3E}">
        <p14:creationId xmlns:p14="http://schemas.microsoft.com/office/powerpoint/2010/main" val="1724172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dirty="0"/>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2E394BC2-7D23-4352-8AF3-6A490B666FB8}" type="datetimeFigureOut">
              <a:rPr lang="en-US" dirty="0"/>
              <a:t>8/22/2026</a:t>
            </a:fld>
            <a:endParaRPr lang="en-US" dirty="0"/>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128462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dirty="0"/>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4758A600-6D87-4303-8A2F-171F72E22375}" type="datetimeFigureOut">
              <a:rPr lang="en-US" dirty="0"/>
              <a:t>8/22/2026</a:t>
            </a:fld>
            <a:endParaRPr lang="en-US" dirty="0"/>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2135352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0"/>
            <a:ext cx="3124200" cy="68580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r>
              <a:rPr lang="en-US" dirty="0"/>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FBFC4637-11C9-448C-8D4C-0CD0AE46C949}" type="datetimeFigureOut">
              <a:rPr lang="en-US" dirty="0"/>
              <a:t>8/22/2026</a:t>
            </a:fld>
            <a:endParaRPr lang="en-US" dirty="0"/>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959781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0"/>
            <a:ext cx="5486400" cy="55626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dirty="0"/>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F79E3CBC-A2D6-42D3-976A-174CF7E26BA0}" type="datetimeFigureOut">
              <a:rPr lang="en-US" dirty="0"/>
              <a:t>8/22/2026</a:t>
            </a:fld>
            <a:endParaRPr lang="en-US" dirty="0"/>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33755337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noChangeAspect="1"/>
          </p:cNvSpPr>
          <p:nvPr>
            <p:ph type="pic" sz="quarter" idx="13" hasCustomPrompt="1"/>
          </p:nvPr>
        </p:nvSpPr>
        <p:spPr>
          <a:xfrm>
            <a:off x="4800601" y="0"/>
            <a:ext cx="7391400" cy="5562600"/>
          </a:xfrm>
          <a:blipFill>
            <a:blip r:embed="rId2">
              <a:alphaModFix amt="70000"/>
            </a:blip>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dirty="0"/>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917E8D86-1037-438D-973A-F8D03A01BF16}" type="datetimeFigureOut">
              <a:rPr lang="en-US" dirty="0"/>
              <a:t>8/22/2026</a:t>
            </a:fld>
            <a:endParaRPr lang="en-US" dirty="0"/>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16451069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noChangeAspect="1"/>
          </p:cNvSpPr>
          <p:nvPr>
            <p:ph type="pic" sz="quarter" idx="13" hasCustomPrompt="1"/>
          </p:nvPr>
        </p:nvSpPr>
        <p:spPr>
          <a:xfrm>
            <a:off x="7391400" y="0"/>
            <a:ext cx="4800600" cy="5562600"/>
          </a:xfrm>
          <a:blipFill>
            <a:blip r:embed="rId2">
              <a:alphaModFix amt="70000"/>
            </a:blip>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dirty="0"/>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B0ECE3E5-DEB1-48A2-A1A9-7ABBE9A784F7}" type="datetimeFigureOut">
              <a:rPr lang="en-US" dirty="0"/>
              <a:t>8/22/2026</a:t>
            </a:fld>
            <a:endParaRPr lang="en-US" dirty="0"/>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1635315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0"/>
            <a:ext cx="7848600" cy="68580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r>
              <a:rPr lang="en-US" dirty="0"/>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2B950759-980B-4783-B58D-96B69BC77CA8}" type="datetimeFigureOut">
              <a:rPr lang="en-US" dirty="0"/>
              <a:t>8/22/2026</a:t>
            </a:fld>
            <a:endParaRPr lang="en-US" dirty="0"/>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37478271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noChangeAspect="1"/>
          </p:cNvSpPr>
          <p:nvPr>
            <p:ph type="pic" sz="quarter" idx="13" hasCustomPrompt="1"/>
          </p:nvPr>
        </p:nvSpPr>
        <p:spPr>
          <a:xfrm>
            <a:off x="0" y="1"/>
            <a:ext cx="12192000" cy="6858000"/>
          </a:xfrm>
          <a:custGeom>
            <a:avLst/>
            <a:gdLst/>
            <a:ahLst/>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chor="t">
            <a:noAutofit/>
          </a:bodyPr>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r>
              <a:rPr lang="en-US" dirty="0"/>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75D8CBF3-D33E-488B-BE09-B302C3504935}" type="datetimeFigureOut">
              <a:rPr lang="en-US" dirty="0"/>
              <a:t>8/22/2026</a:t>
            </a:fld>
            <a:endParaRPr lang="en-US" dirty="0"/>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740592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dirty="0"/>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noChangeAspect="1"/>
          </p:cNvSpPr>
          <p:nvPr>
            <p:ph type="pic" sz="quarter" idx="13" hasCustomPrompt="1"/>
          </p:nvPr>
        </p:nvSpPr>
        <p:spPr>
          <a:xfrm>
            <a:off x="0" y="0"/>
            <a:ext cx="12191999" cy="4114800"/>
          </a:xfrm>
          <a:blipFill>
            <a:blip r:embed="rId2">
              <a:alphaModFix amt="70000"/>
            </a:blip>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dirty="0"/>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49885C97-4180-47D6-BA3E-83C74E1B1903}" type="datetimeFigureOut">
              <a:rPr lang="en-US" dirty="0"/>
              <a:t>8/22/2026</a:t>
            </a:fld>
            <a:endParaRPr lang="en-US" dirty="0"/>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36102778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dirty="0"/>
              <a:t>Click to edit Master title style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r>
              <a:rPr lang="en-US" dirty="0"/>
              <a:t>
              </a:t>
            </a:r>
          </a:p>
        </p:txBody>
      </p:sp>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1371600"/>
            <a:ext cx="7391402" cy="5486400"/>
          </a:xfrm>
          <a:blipFill>
            <a:blip r:embed="rId2">
              <a:alphaModFix amt="70000"/>
            </a:blip>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9C7720E7-9D70-4C91-9C55-B922EC8FF4E1}" type="datetimeFigureOut">
              <a:rPr lang="en-US" dirty="0"/>
              <a:t>8/22/2026</a:t>
            </a:fld>
            <a:endParaRPr lang="en-US" dirty="0"/>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dirty="0"/>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36778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1"/>
            <a:ext cx="4800600" cy="4822372"/>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r>
              <a:rPr lang="en-US" dirty="0"/>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A25B1B0E-4CBA-421A-9FF9-BD907EE313C7}" type="datetimeFigureOut">
              <a:rPr lang="en-US" dirty="0"/>
              <a:t>8/22/2026</a:t>
            </a:fld>
            <a:endParaRPr lang="en-US" dirty="0"/>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1640645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r>
              <a:rPr lang="en-US" dirty="0"/>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E5E07D1D-D1D5-479B-A8E5-C908666570C8}" type="datetimeFigureOut">
              <a:rPr lang="en-US" dirty="0"/>
              <a:t>8/22/2026</a:t>
            </a:fld>
            <a:endParaRPr lang="en-US" dirty="0"/>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dirty="0"/>
              <a:t>‹#›</a:t>
            </a:fld>
            <a:endParaRPr lang="en-US" dirty="0"/>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14331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r>
              <a:rPr lang="en-US" dirty="0"/>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90907655-BDED-4A88-9727-947E02456645}" type="datetimeFigureOut">
              <a:rPr lang="en-US" dirty="0"/>
              <a:t>8/22/2026</a:t>
            </a:fld>
            <a:endParaRPr lang="en-US" dirty="0"/>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27F8DDA4-3B80-4E8A-A8F5-521F73BF9127}" type="slidenum">
              <a:rPr lang="en-US" dirty="0"/>
              <a:t>‹#›</a:t>
            </a:fld>
            <a:endParaRPr lang="en-US" dirty="0"/>
          </a:p>
        </p:txBody>
      </p:sp>
    </p:spTree>
    <p:extLst>
      <p:ext uri="{BB962C8B-B14F-4D97-AF65-F5344CB8AC3E}">
        <p14:creationId xmlns:p14="http://schemas.microsoft.com/office/powerpoint/2010/main" val="38738730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a:lstStyle/>
          <a:p>
            <a:endParaRPr lang="en-IN"/>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a:lstStyle/>
          <a:p>
            <a:endParaRPr lang="en-IN"/>
          </a:p>
        </p:txBody>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dirty="0"/>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r>
              <a:rPr lang="en-US" dirty="0"/>
              <a:t>
              </a:t>
            </a:r>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D348C769-7AB4-4647-BD58-CC3E9CA66889}" type="datetimeFigureOut">
              <a:rPr lang="en-US" dirty="0"/>
              <a:t>8/22/2026</a:t>
            </a:fld>
            <a:endParaRPr lang="en-US" dirty="0"/>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27F8DDA4-3B80-4E8A-A8F5-521F73BF9127}" type="slidenum">
              <a:rPr lang="en-US" dirty="0"/>
              <a:t>‹#›</a:t>
            </a:fld>
            <a:endParaRPr lang="en-US" dirty="0"/>
          </a:p>
        </p:txBody>
      </p:sp>
    </p:spTree>
    <p:extLst>
      <p:ext uri="{BB962C8B-B14F-4D97-AF65-F5344CB8AC3E}">
        <p14:creationId xmlns:p14="http://schemas.microsoft.com/office/powerpoint/2010/main" val="35673010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r>
              <a:rPr lang="en-US" dirty="0"/>
              <a:t>
              </a:t>
            </a:r>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B3C0EDEC-0890-4E6D-9DE0-ECAF543851A7}" type="datetimeFigureOut">
              <a:rPr lang="en-US" dirty="0"/>
              <a:t>8/22/2026</a:t>
            </a:fld>
            <a:endParaRPr lang="en-US" dirty="0"/>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9588617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dirty="0"/>
              <a:t>Click to edit Master title style</a:t>
            </a:r>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r>
              <a:rPr lang="en-US" dirty="0"/>
              <a:t>
              </a:t>
            </a:r>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2DD88318-BA47-4AD0-805B-25EB53D81BBB}" type="datetimeFigureOut">
              <a:rPr lang="en-US" dirty="0"/>
              <a:t>8/22/2026</a:t>
            </a:fld>
            <a:endParaRPr lang="en-US" dirty="0"/>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13589423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r>
              <a:rPr lang="en-US" dirty="0"/>
              <a:t>
              </a:t>
            </a:r>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30AD3F20-2AB6-4A04-8E99-A7FB006776B6}" type="datetimeFigureOut">
              <a:rPr lang="en-US" dirty="0"/>
              <a:t>8/22/2026</a:t>
            </a:fld>
            <a:endParaRPr lang="en-US" dirty="0"/>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15417434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r>
              <a:rPr lang="en-US" dirty="0"/>
              <a:t>
              </a:t>
            </a:r>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3AEA2087-1351-4A66-BC4B-B8C73F209E6A}" type="datetimeFigureOut">
              <a:rPr lang="en-US" dirty="0"/>
              <a:t>8/22/2026</a:t>
            </a:fld>
            <a:endParaRPr lang="en-US" dirty="0"/>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29460493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a:lstStyle/>
          <a:p>
            <a:endParaRPr lang="en-IN"/>
          </a:p>
        </p:txBody>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A8EB468F-DE53-43FF-8B87-9F03EBF19C21}" type="datetimeFigureOut">
              <a:rPr lang="en-US" dirty="0"/>
              <a:t>8/22/2026</a:t>
            </a:fld>
            <a:endParaRPr lang="en-US" dirty="0"/>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42729704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a:lstStyle/>
          <a:p>
            <a:endParaRPr lang="en-IN"/>
          </a:p>
        </p:txBody>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lstStyle/>
          <a:p>
            <a:endParaRPr lang="en-IN"/>
          </a:p>
        </p:txBody>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r>
              <a:rPr lang="en-US" dirty="0"/>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77D9A748-B116-46F1-81D5-0BE225FE4EB1}" type="datetimeFigureOut">
              <a:rPr lang="en-US" dirty="0"/>
              <a:t>8/22/2026</a:t>
            </a:fld>
            <a:endParaRPr lang="en-US" dirty="0"/>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dirty="0"/>
              <a:t>‹#›</a:t>
            </a:fld>
            <a:endParaRPr lang="en-US" dirty="0"/>
          </a:p>
        </p:txBody>
      </p:sp>
    </p:spTree>
    <p:extLst>
      <p:ext uri="{BB962C8B-B14F-4D97-AF65-F5344CB8AC3E}">
        <p14:creationId xmlns:p14="http://schemas.microsoft.com/office/powerpoint/2010/main" val="10579976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p:bg>
      <p:bgPr>
        <a:solidFill>
          <a:schemeClr val="bg1"/>
        </a:solidFill>
        <a:effectLst/>
      </p:bgPr>
    </p:bg>
    <p:spTree>
      <p:nvGrpSpPr>
        <p:cNvPr id="1" name=""/>
        <p:cNvGrpSpPr/>
        <p:nvPr/>
      </p:nvGrpSpPr>
      <p:grpSpPr>
        <a:xfrm>
          <a:off x="0" y="0"/>
          <a:ext cx="0" cy="0"/>
          <a:chOff x="0" y="0"/>
          <a:chExt cx="0" cy="0"/>
        </a:xfrm>
      </p:grpSpPr>
      <p:sp>
        <p:nvSpPr>
          <p:cNvPr id="74" name="Freeform: Shape 73">
            <a:extLst>
              <a:ext uri="{FF2B5EF4-FFF2-40B4-BE49-F238E27FC236}">
                <a16:creationId xmlns:a16="http://schemas.microsoft.com/office/drawing/2014/main" id="{232146ED-1740-4E0E-8996-4B5179214354}"/>
              </a:ext>
              <a:ext uri="{C183D7F6-B498-43B3-948B-1728B52AA6E4}">
                <adec:decorative xmlns:adec="http://schemas.microsoft.com/office/drawing/2017/decorative" val="1"/>
              </a:ext>
            </a:extLst>
          </p:cNvPr>
          <p:cNvSpPr/>
          <p:nvPr userDrawn="1"/>
        </p:nvSpPr>
        <p:spPr>
          <a:xfrm>
            <a:off x="3" y="2"/>
            <a:ext cx="2134216" cy="2258161"/>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75" name="Freeform: Shape 74">
            <a:extLst>
              <a:ext uri="{FF2B5EF4-FFF2-40B4-BE49-F238E27FC236}">
                <a16:creationId xmlns:a16="http://schemas.microsoft.com/office/drawing/2014/main" id="{5C431250-2534-41F8-915B-18FCC65650FB}"/>
              </a:ext>
              <a:ext uri="{C183D7F6-B498-43B3-948B-1728B52AA6E4}">
                <adec:decorative xmlns:adec="http://schemas.microsoft.com/office/drawing/2017/decorative" val="1"/>
              </a:ext>
            </a:extLst>
          </p:cNvPr>
          <p:cNvSpPr/>
          <p:nvPr userDrawn="1"/>
        </p:nvSpPr>
        <p:spPr>
          <a:xfrm>
            <a:off x="3" y="2"/>
            <a:ext cx="2134216" cy="2258161"/>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grpSp>
        <p:nvGrpSpPr>
          <p:cNvPr id="76" name="Group 75">
            <a:extLst>
              <a:ext uri="{FF2B5EF4-FFF2-40B4-BE49-F238E27FC236}">
                <a16:creationId xmlns:a16="http://schemas.microsoft.com/office/drawing/2014/main" id="{73D7C106-260D-4F16-93A6-3C076C9E6C68}"/>
              </a:ext>
              <a:ext uri="{C183D7F6-B498-43B3-948B-1728B52AA6E4}">
                <adec:decorative xmlns:adec="http://schemas.microsoft.com/office/drawing/2017/decorative" val="1"/>
              </a:ext>
            </a:extLst>
          </p:cNvPr>
          <p:cNvGrpSpPr/>
          <p:nvPr userDrawn="1"/>
        </p:nvGrpSpPr>
        <p:grpSpPr>
          <a:xfrm>
            <a:off x="1481312" y="743744"/>
            <a:ext cx="4860256" cy="4589316"/>
            <a:chOff x="1481312" y="743744"/>
            <a:chExt cx="4860256" cy="4589316"/>
          </a:xfrm>
        </p:grpSpPr>
        <p:sp>
          <p:nvSpPr>
            <p:cNvPr id="77" name="Rectangle 76" descr="Tag=AccentColor&#10;Flavor=Light&#10;Target=Fill">
              <a:extLst>
                <a:ext uri="{FF2B5EF4-FFF2-40B4-BE49-F238E27FC236}">
                  <a16:creationId xmlns:a16="http://schemas.microsoft.com/office/drawing/2014/main" id="{CE90353B-4B0C-4677-A170-00AD60175039}"/>
                </a:ext>
              </a:extLst>
            </p:cNvPr>
            <p:cNvSpPr/>
            <p:nvPr/>
          </p:nvSpPr>
          <p:spPr>
            <a:xfrm>
              <a:off x="1481312" y="743744"/>
              <a:ext cx="4860256" cy="4589316"/>
            </a:xfrm>
            <a:prstGeom prst="rect">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78" name="Rectangle 77" descr="Tag=AccentColor&#10;Flavor=Light&#10;Target=Fill">
              <a:extLst>
                <a:ext uri="{FF2B5EF4-FFF2-40B4-BE49-F238E27FC236}">
                  <a16:creationId xmlns:a16="http://schemas.microsoft.com/office/drawing/2014/main" id="{4C70E8BC-9282-41C2-B22A-745DB1C827CF}"/>
                </a:ext>
              </a:extLst>
            </p:cNvPr>
            <p:cNvSpPr/>
            <p:nvPr/>
          </p:nvSpPr>
          <p:spPr>
            <a:xfrm>
              <a:off x="1481312" y="743744"/>
              <a:ext cx="4860256" cy="4589316"/>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79" name="Rectangle 78">
            <a:extLst>
              <a:ext uri="{FF2B5EF4-FFF2-40B4-BE49-F238E27FC236}">
                <a16:creationId xmlns:a16="http://schemas.microsoft.com/office/drawing/2014/main" id="{BB51E472-8334-4DEB-9D39-8E4FFA92E21E}"/>
              </a:ext>
              <a:ext uri="{C183D7F6-B498-43B3-948B-1728B52AA6E4}">
                <adec:decorative xmlns:adec="http://schemas.microsoft.com/office/drawing/2017/decorative" val="1"/>
              </a:ext>
            </a:extLst>
          </p:cNvPr>
          <p:cNvSpPr/>
          <p:nvPr userDrawn="1"/>
        </p:nvSpPr>
        <p:spPr>
          <a:xfrm>
            <a:off x="1379729" y="648365"/>
            <a:ext cx="4860256" cy="4589316"/>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itle 1">
            <a:extLst>
              <a:ext uri="{FF2B5EF4-FFF2-40B4-BE49-F238E27FC236}">
                <a16:creationId xmlns:a16="http://schemas.microsoft.com/office/drawing/2014/main" id="{CC645776-A980-4F78-8E9D-4EA5572A59C6}"/>
              </a:ext>
            </a:extLst>
          </p:cNvPr>
          <p:cNvSpPr>
            <a:spLocks noGrp="1"/>
          </p:cNvSpPr>
          <p:nvPr>
            <p:ph type="ctrTitle" hasCustomPrompt="1"/>
          </p:nvPr>
        </p:nvSpPr>
        <p:spPr>
          <a:xfrm>
            <a:off x="1521269" y="799275"/>
            <a:ext cx="4579668" cy="3028072"/>
          </a:xfrm>
        </p:spPr>
        <p:txBody>
          <a:bodyPr/>
          <a:lstStyle>
            <a:lvl1pPr algn="ctr">
              <a:defRPr sz="6000" b="1" spc="1500" baseline="0"/>
            </a:lvl1pPr>
          </a:lstStyle>
          <a:p>
            <a:r>
              <a:rPr lang="en-US" dirty="0"/>
              <a:t>CLICK TO ADD TITLE</a:t>
            </a:r>
          </a:p>
        </p:txBody>
      </p:sp>
      <p:sp>
        <p:nvSpPr>
          <p:cNvPr id="81" name="Subtitle 2">
            <a:extLst>
              <a:ext uri="{FF2B5EF4-FFF2-40B4-BE49-F238E27FC236}">
                <a16:creationId xmlns:a16="http://schemas.microsoft.com/office/drawing/2014/main" id="{4F03E6E3-0D95-48FF-BBCC-EA589CD1285B}"/>
              </a:ext>
            </a:extLst>
          </p:cNvPr>
          <p:cNvSpPr>
            <a:spLocks noGrp="1"/>
          </p:cNvSpPr>
          <p:nvPr>
            <p:ph type="subTitle" idx="1" hasCustomPrompt="1"/>
          </p:nvPr>
        </p:nvSpPr>
        <p:spPr>
          <a:xfrm>
            <a:off x="1521269" y="3919422"/>
            <a:ext cx="4579668" cy="1166797"/>
          </a:xfrm>
        </p:spPr>
        <p:txBody>
          <a:bodyPr/>
          <a:lstStyle>
            <a:lvl1pPr algn="ctr">
              <a:buNone/>
              <a:defRPr sz="2400" spc="400" baseline="0"/>
            </a:lvl1pPr>
          </a:lstStyle>
          <a:p>
            <a:r>
              <a:rPr lang="en-US" dirty="0"/>
              <a:t>CLICK TO ADD SUBTITLE</a:t>
            </a:r>
          </a:p>
        </p:txBody>
      </p:sp>
      <p:sp>
        <p:nvSpPr>
          <p:cNvPr id="82" name="Oval 81">
            <a:extLst>
              <a:ext uri="{FF2B5EF4-FFF2-40B4-BE49-F238E27FC236}">
                <a16:creationId xmlns:a16="http://schemas.microsoft.com/office/drawing/2014/main" id="{10275C51-172D-4FE9-A45A-D3DAD166B854}"/>
              </a:ext>
              <a:ext uri="{C183D7F6-B498-43B3-948B-1728B52AA6E4}">
                <adec:decorative xmlns:adec="http://schemas.microsoft.com/office/drawing/2017/decorative" val="1"/>
              </a:ext>
            </a:extLst>
          </p:cNvPr>
          <p:cNvSpPr/>
          <p:nvPr userDrawn="1"/>
        </p:nvSpPr>
        <p:spPr>
          <a:xfrm>
            <a:off x="1199364" y="4074364"/>
            <a:ext cx="365125" cy="36512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83" name="Freeform: Shape 82">
            <a:extLst>
              <a:ext uri="{FF2B5EF4-FFF2-40B4-BE49-F238E27FC236}">
                <a16:creationId xmlns:a16="http://schemas.microsoft.com/office/drawing/2014/main" id="{DB95E389-C1AA-4243-931C-270FE4BB06C6}"/>
              </a:ext>
              <a:ext uri="{C183D7F6-B498-43B3-948B-1728B52AA6E4}">
                <adec:decorative xmlns:adec="http://schemas.microsoft.com/office/drawing/2017/decorative" val="1"/>
              </a:ext>
            </a:extLst>
          </p:cNvPr>
          <p:cNvSpPr/>
          <p:nvPr userDrawn="1"/>
        </p:nvSpPr>
        <p:spPr>
          <a:xfrm>
            <a:off x="10602612" y="5333060"/>
            <a:ext cx="1589388" cy="1524940"/>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84" name="Freeform: Shape 83">
            <a:extLst>
              <a:ext uri="{FF2B5EF4-FFF2-40B4-BE49-F238E27FC236}">
                <a16:creationId xmlns:a16="http://schemas.microsoft.com/office/drawing/2014/main" id="{310E7790-D96D-4055-AA95-63C286EC7D57}"/>
              </a:ext>
              <a:ext uri="{C183D7F6-B498-43B3-948B-1728B52AA6E4}">
                <adec:decorative xmlns:adec="http://schemas.microsoft.com/office/drawing/2017/decorative" val="1"/>
              </a:ext>
            </a:extLst>
          </p:cNvPr>
          <p:cNvSpPr/>
          <p:nvPr userDrawn="1"/>
        </p:nvSpPr>
        <p:spPr>
          <a:xfrm>
            <a:off x="10602612" y="5333060"/>
            <a:ext cx="1589388" cy="1524940"/>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86" name="Graphic 185">
            <a:extLst>
              <a:ext uri="{FF2B5EF4-FFF2-40B4-BE49-F238E27FC236}">
                <a16:creationId xmlns:a16="http://schemas.microsoft.com/office/drawing/2014/main" id="{4E460B18-E051-4152-85D3-76A93C7EA455}"/>
              </a:ext>
              <a:ext uri="{C183D7F6-B498-43B3-948B-1728B52AA6E4}">
                <adec:decorative xmlns:adec="http://schemas.microsoft.com/office/drawing/2017/decorative" val="1"/>
              </a:ext>
            </a:extLst>
          </p:cNvPr>
          <p:cNvGrpSpPr/>
          <p:nvPr userDrawn="1"/>
        </p:nvGrpSpPr>
        <p:grpSpPr>
          <a:xfrm>
            <a:off x="9805475" y="1581418"/>
            <a:ext cx="843746" cy="375828"/>
            <a:chOff x="9841624" y="4115729"/>
            <a:chExt cx="602170" cy="268223"/>
          </a:xfrm>
          <a:solidFill>
            <a:schemeClr val="tx1"/>
          </a:solidFill>
        </p:grpSpPr>
        <p:sp>
          <p:nvSpPr>
            <p:cNvPr id="87" name="Freeform: Shape 86">
              <a:extLst>
                <a:ext uri="{FF2B5EF4-FFF2-40B4-BE49-F238E27FC236}">
                  <a16:creationId xmlns:a16="http://schemas.microsoft.com/office/drawing/2014/main" id="{94B28A43-F583-4902-9997-46A4D316FB8A}"/>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88" name="Freeform: Shape 87">
              <a:extLst>
                <a:ext uri="{FF2B5EF4-FFF2-40B4-BE49-F238E27FC236}">
                  <a16:creationId xmlns:a16="http://schemas.microsoft.com/office/drawing/2014/main" id="{8BCE79F2-2624-4906-9841-566BD8DDA4AD}"/>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89" name="Freeform: Shape 88">
              <a:extLst>
                <a:ext uri="{FF2B5EF4-FFF2-40B4-BE49-F238E27FC236}">
                  <a16:creationId xmlns:a16="http://schemas.microsoft.com/office/drawing/2014/main" id="{4AF102FA-9C0A-4844-A187-23CECD95C4AF}"/>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90" name="Freeform: Shape 89">
              <a:extLst>
                <a:ext uri="{FF2B5EF4-FFF2-40B4-BE49-F238E27FC236}">
                  <a16:creationId xmlns:a16="http://schemas.microsoft.com/office/drawing/2014/main" id="{BC9F252A-1680-4777-BF7D-67B153676A1D}"/>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91" name="Freeform: Shape 90">
              <a:extLst>
                <a:ext uri="{FF2B5EF4-FFF2-40B4-BE49-F238E27FC236}">
                  <a16:creationId xmlns:a16="http://schemas.microsoft.com/office/drawing/2014/main" id="{6D161B24-FE00-4550-AB2C-02C42C60B82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grpSp>
      <p:sp>
        <p:nvSpPr>
          <p:cNvPr id="92" name="Oval 91">
            <a:extLst>
              <a:ext uri="{FF2B5EF4-FFF2-40B4-BE49-F238E27FC236}">
                <a16:creationId xmlns:a16="http://schemas.microsoft.com/office/drawing/2014/main" id="{DAD8B4A3-DD6F-428E-9D74-E63865CE7D0A}"/>
              </a:ext>
              <a:ext uri="{C183D7F6-B498-43B3-948B-1728B52AA6E4}">
                <adec:decorative xmlns:adec="http://schemas.microsoft.com/office/drawing/2017/decorative" val="1"/>
              </a:ext>
            </a:extLst>
          </p:cNvPr>
          <p:cNvSpPr/>
          <p:nvPr userDrawn="1"/>
        </p:nvSpPr>
        <p:spPr>
          <a:xfrm>
            <a:off x="1199364" y="4074364"/>
            <a:ext cx="365125" cy="365125"/>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6" name="Picture Placeholder 2">
            <a:extLst>
              <a:ext uri="{FF2B5EF4-FFF2-40B4-BE49-F238E27FC236}">
                <a16:creationId xmlns:a16="http://schemas.microsoft.com/office/drawing/2014/main" id="{99E7F282-7DB7-4431-A6A3-9E912E06F812}"/>
              </a:ext>
            </a:extLst>
          </p:cNvPr>
          <p:cNvSpPr>
            <a:spLocks noGrp="1"/>
          </p:cNvSpPr>
          <p:nvPr>
            <p:ph type="pic" sz="quarter" idx="13" hasCustomPrompt="1"/>
          </p:nvPr>
        </p:nvSpPr>
        <p:spPr>
          <a:xfrm>
            <a:off x="7068418" y="1957246"/>
            <a:ext cx="4207947" cy="4207948"/>
          </a:xfrm>
        </p:spPr>
        <p:txBody>
          <a:bodyPr/>
          <a:lstStyle>
            <a:lvl1pPr algn="ctr">
              <a:buNone/>
              <a:defRPr/>
            </a:lvl1pPr>
          </a:lstStyle>
          <a:p>
            <a:r>
              <a:rPr lang="en-US" dirty="0"/>
              <a:t>Click to add photo</a:t>
            </a:r>
          </a:p>
        </p:txBody>
      </p:sp>
    </p:spTree>
    <p:extLst>
      <p:ext uri="{BB962C8B-B14F-4D97-AF65-F5344CB8AC3E}">
        <p14:creationId xmlns:p14="http://schemas.microsoft.com/office/powerpoint/2010/main" val="33045207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260" name="Title 1">
            <a:extLst>
              <a:ext uri="{FF2B5EF4-FFF2-40B4-BE49-F238E27FC236}">
                <a16:creationId xmlns:a16="http://schemas.microsoft.com/office/drawing/2014/main" id="{BF92C786-F148-4356-BCC8-D4DB6DC80390}"/>
              </a:ext>
            </a:extLst>
          </p:cNvPr>
          <p:cNvSpPr>
            <a:spLocks noGrp="1"/>
          </p:cNvSpPr>
          <p:nvPr>
            <p:ph type="title"/>
          </p:nvPr>
        </p:nvSpPr>
        <p:spPr>
          <a:xfrm>
            <a:off x="5956784" y="396117"/>
            <a:ext cx="5217172" cy="1158857"/>
          </a:xfrm>
        </p:spPr>
        <p:txBody>
          <a:bodyPr anchor="b">
            <a:normAutofit/>
          </a:bodyPr>
          <a:lstStyle/>
          <a:p>
            <a:endParaRPr lang="en-US"/>
          </a:p>
        </p:txBody>
      </p:sp>
      <p:sp>
        <p:nvSpPr>
          <p:cNvPr id="45" name="Picture Placeholder 2">
            <a:extLst>
              <a:ext uri="{FF2B5EF4-FFF2-40B4-BE49-F238E27FC236}">
                <a16:creationId xmlns:a16="http://schemas.microsoft.com/office/drawing/2014/main" id="{CC8A9357-2526-4109-8861-DCB89A78CA7F}"/>
              </a:ext>
            </a:extLst>
          </p:cNvPr>
          <p:cNvSpPr>
            <a:spLocks noGrp="1"/>
          </p:cNvSpPr>
          <p:nvPr>
            <p:ph type="pic" sz="quarter" idx="13" hasCustomPrompt="1"/>
          </p:nvPr>
        </p:nvSpPr>
        <p:spPr>
          <a:xfrm>
            <a:off x="1526293" y="1554582"/>
            <a:ext cx="3555043" cy="3217333"/>
          </a:xfrm>
        </p:spPr>
        <p:txBody>
          <a:bodyPr/>
          <a:lstStyle>
            <a:lvl1pPr>
              <a:buFontTx/>
              <a:buNone/>
              <a:defRPr/>
            </a:lvl1pPr>
          </a:lstStyle>
          <a:p>
            <a:r>
              <a:rPr lang="en-US" dirty="0"/>
              <a:t>Click to add photo</a:t>
            </a:r>
          </a:p>
        </p:txBody>
      </p:sp>
      <p:sp>
        <p:nvSpPr>
          <p:cNvPr id="298" name="Content Placeholder 2">
            <a:extLst>
              <a:ext uri="{FF2B5EF4-FFF2-40B4-BE49-F238E27FC236}">
                <a16:creationId xmlns:a16="http://schemas.microsoft.com/office/drawing/2014/main" id="{F0A93A7F-1937-4643-B9E7-342A8CB87BBB}"/>
              </a:ext>
            </a:extLst>
          </p:cNvPr>
          <p:cNvSpPr>
            <a:spLocks noGrp="1"/>
          </p:cNvSpPr>
          <p:nvPr>
            <p:ph idx="1" hasCustomPrompt="1"/>
          </p:nvPr>
        </p:nvSpPr>
        <p:spPr>
          <a:xfrm>
            <a:off x="5956783" y="1747592"/>
            <a:ext cx="5217173" cy="4351338"/>
          </a:xfrm>
        </p:spPr>
        <p:txBody>
          <a:bodyPr>
            <a:normAutofit/>
          </a:bodyPr>
          <a:lstStyle>
            <a:lvl1pPr>
              <a:buFontTx/>
              <a:buNone/>
              <a:defRPr sz="2400"/>
            </a:lvl1pPr>
          </a:lstStyle>
          <a:p>
            <a:pPr>
              <a:lnSpc>
                <a:spcPct val="130000"/>
              </a:lnSpc>
            </a:pPr>
            <a:r>
              <a:rPr lang="en-US" dirty="0"/>
              <a:t>Click to add text</a:t>
            </a:r>
          </a:p>
        </p:txBody>
      </p:sp>
      <p:grpSp>
        <p:nvGrpSpPr>
          <p:cNvPr id="3" name="Group 2">
            <a:extLst>
              <a:ext uri="{FF2B5EF4-FFF2-40B4-BE49-F238E27FC236}">
                <a16:creationId xmlns:a16="http://schemas.microsoft.com/office/drawing/2014/main" id="{B5082B2A-0AFE-456C-9506-A5DAF807FFE7}"/>
              </a:ext>
              <a:ext uri="{C183D7F6-B498-43B3-948B-1728B52AA6E4}">
                <adec:decorative xmlns:adec="http://schemas.microsoft.com/office/drawing/2017/decorative" val="1"/>
              </a:ext>
            </a:extLst>
          </p:cNvPr>
          <p:cNvGrpSpPr/>
          <p:nvPr userDrawn="1"/>
        </p:nvGrpSpPr>
        <p:grpSpPr>
          <a:xfrm>
            <a:off x="739959" y="3491269"/>
            <a:ext cx="365021" cy="365021"/>
            <a:chOff x="739959" y="3491269"/>
            <a:chExt cx="365021" cy="365021"/>
          </a:xfrm>
        </p:grpSpPr>
        <p:sp>
          <p:nvSpPr>
            <p:cNvPr id="267" name="Oval 266">
              <a:extLst>
                <a:ext uri="{FF2B5EF4-FFF2-40B4-BE49-F238E27FC236}">
                  <a16:creationId xmlns:a16="http://schemas.microsoft.com/office/drawing/2014/main" id="{1D723022-AE16-42E7-AB92-B0D8FA9619B6}"/>
                </a:ext>
                <a:ext uri="{C183D7F6-B498-43B3-948B-1728B52AA6E4}">
                  <adec:decorative xmlns:adec="http://schemas.microsoft.com/office/drawing/2017/decorative" val="1"/>
                </a:ext>
              </a:extLst>
            </p:cNvPr>
            <p:cNvSpPr/>
            <p:nvPr userDrawn="1"/>
          </p:nvSpPr>
          <p:spPr>
            <a:xfrm>
              <a:off x="739959" y="3491269"/>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8" name="Oval 267">
              <a:extLst>
                <a:ext uri="{FF2B5EF4-FFF2-40B4-BE49-F238E27FC236}">
                  <a16:creationId xmlns:a16="http://schemas.microsoft.com/office/drawing/2014/main" id="{01A660D0-3253-401B-9F04-DD8E71CC7A7F}"/>
                </a:ext>
                <a:ext uri="{C183D7F6-B498-43B3-948B-1728B52AA6E4}">
                  <adec:decorative xmlns:adec="http://schemas.microsoft.com/office/drawing/2017/decorative" val="1"/>
                </a:ext>
              </a:extLst>
            </p:cNvPr>
            <p:cNvSpPr/>
            <p:nvPr userDrawn="1"/>
          </p:nvSpPr>
          <p:spPr>
            <a:xfrm>
              <a:off x="739959" y="3491269"/>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nvGrpSpPr>
          <p:cNvPr id="2" name="Group 1">
            <a:extLst>
              <a:ext uri="{FF2B5EF4-FFF2-40B4-BE49-F238E27FC236}">
                <a16:creationId xmlns:a16="http://schemas.microsoft.com/office/drawing/2014/main" id="{7D1E36DE-F754-4C67-AEDB-7A4CD5259E08}"/>
              </a:ext>
              <a:ext uri="{C183D7F6-B498-43B3-948B-1728B52AA6E4}">
                <adec:decorative xmlns:adec="http://schemas.microsoft.com/office/drawing/2017/decorative" val="1"/>
              </a:ext>
            </a:extLst>
          </p:cNvPr>
          <p:cNvGrpSpPr/>
          <p:nvPr userDrawn="1"/>
        </p:nvGrpSpPr>
        <p:grpSpPr>
          <a:xfrm>
            <a:off x="496583" y="550047"/>
            <a:ext cx="1910252" cy="709661"/>
            <a:chOff x="496583" y="795582"/>
            <a:chExt cx="1910252" cy="709661"/>
          </a:xfrm>
        </p:grpSpPr>
        <p:grpSp>
          <p:nvGrpSpPr>
            <p:cNvPr id="261" name="Graphic 38">
              <a:extLst>
                <a:ext uri="{FF2B5EF4-FFF2-40B4-BE49-F238E27FC236}">
                  <a16:creationId xmlns:a16="http://schemas.microsoft.com/office/drawing/2014/main" id="{A4AD9011-9DCC-4A0F-BA80-27E6D3D5C046}"/>
                </a:ext>
                <a:ext uri="{C183D7F6-B498-43B3-948B-1728B52AA6E4}">
                  <adec:decorative xmlns:adec="http://schemas.microsoft.com/office/drawing/2017/decorative" val="1"/>
                </a:ext>
              </a:extLst>
            </p:cNvPr>
            <p:cNvGrpSpPr/>
            <p:nvPr userDrawn="1"/>
          </p:nvGrpSpPr>
          <p:grpSpPr>
            <a:xfrm>
              <a:off x="496583" y="795582"/>
              <a:ext cx="1910252" cy="709661"/>
              <a:chOff x="2267504" y="2540250"/>
              <a:chExt cx="1990951" cy="739641"/>
            </a:xfrm>
            <a:solidFill>
              <a:schemeClr val="tx1"/>
            </a:solidFill>
          </p:grpSpPr>
          <p:sp>
            <p:nvSpPr>
              <p:cNvPr id="262" name="Freeform: Shape 261">
                <a:extLst>
                  <a:ext uri="{FF2B5EF4-FFF2-40B4-BE49-F238E27FC236}">
                    <a16:creationId xmlns:a16="http://schemas.microsoft.com/office/drawing/2014/main" id="{A0221D30-DD4B-4E09-850A-CBBAAA4A051C}"/>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3FDF1E24-BE7D-49F6-A5A0-29D2796918E4}"/>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264" name="Graphic 38">
              <a:extLst>
                <a:ext uri="{FF2B5EF4-FFF2-40B4-BE49-F238E27FC236}">
                  <a16:creationId xmlns:a16="http://schemas.microsoft.com/office/drawing/2014/main" id="{BBB1AE73-7E55-49A4-8496-2B21B9BAB179}"/>
                </a:ext>
                <a:ext uri="{C183D7F6-B498-43B3-948B-1728B52AA6E4}">
                  <adec:decorative xmlns:adec="http://schemas.microsoft.com/office/drawing/2017/decorative" val="1"/>
                </a:ext>
              </a:extLst>
            </p:cNvPr>
            <p:cNvGrpSpPr/>
            <p:nvPr userDrawn="1"/>
          </p:nvGrpSpPr>
          <p:grpSpPr>
            <a:xfrm>
              <a:off x="496583" y="795582"/>
              <a:ext cx="1910252" cy="709661"/>
              <a:chOff x="2267504" y="2540250"/>
              <a:chExt cx="1990951" cy="739641"/>
            </a:xfrm>
            <a:solidFill>
              <a:schemeClr val="tx1">
                <a:alpha val="60000"/>
              </a:schemeClr>
            </a:solidFill>
          </p:grpSpPr>
          <p:sp>
            <p:nvSpPr>
              <p:cNvPr id="265" name="Freeform: Shape 264">
                <a:extLst>
                  <a:ext uri="{FF2B5EF4-FFF2-40B4-BE49-F238E27FC236}">
                    <a16:creationId xmlns:a16="http://schemas.microsoft.com/office/drawing/2014/main" id="{D8406302-2A06-4B65-834B-079262BAD676}"/>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8756BB86-0FFE-405F-8023-37552370FB06}"/>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sp>
        <p:nvSpPr>
          <p:cNvPr id="299" name="Date Placeholder 178">
            <a:extLst>
              <a:ext uri="{FF2B5EF4-FFF2-40B4-BE49-F238E27FC236}">
                <a16:creationId xmlns:a16="http://schemas.microsoft.com/office/drawing/2014/main" id="{82E560EB-BE56-4EED-AE06-F6BBC6A77F06}"/>
              </a:ext>
            </a:extLst>
          </p:cNvPr>
          <p:cNvSpPr>
            <a:spLocks noGrp="1"/>
          </p:cNvSpPr>
          <p:nvPr>
            <p:ph type="dt" sz="half" idx="10"/>
          </p:nvPr>
        </p:nvSpPr>
        <p:spPr>
          <a:xfrm>
            <a:off x="838200" y="6356350"/>
            <a:ext cx="2743200" cy="365125"/>
          </a:xfrm>
        </p:spPr>
        <p:txBody>
          <a:bodyPr/>
          <a:lstStyle/>
          <a:p>
            <a:fld id="{28DA586B-149A-4731-B894-F439E6635A2E}" type="datetime1">
              <a:rPr lang="en-US" smtClean="0"/>
              <a:t>8/22/2026</a:t>
            </a:fld>
            <a:endParaRPr lang="en-US"/>
          </a:p>
        </p:txBody>
      </p:sp>
      <p:sp>
        <p:nvSpPr>
          <p:cNvPr id="300" name="Footer Placeholder 179">
            <a:extLst>
              <a:ext uri="{FF2B5EF4-FFF2-40B4-BE49-F238E27FC236}">
                <a16:creationId xmlns:a16="http://schemas.microsoft.com/office/drawing/2014/main" id="{B8F63808-3D77-44F6-BA39-EBAA7F3A644A}"/>
              </a:ext>
            </a:extLst>
          </p:cNvPr>
          <p:cNvSpPr>
            <a:spLocks noGrp="1"/>
          </p:cNvSpPr>
          <p:nvPr>
            <p:ph type="ftr" sz="quarter" idx="11"/>
          </p:nvPr>
        </p:nvSpPr>
        <p:spPr>
          <a:xfrm>
            <a:off x="4038600" y="6356350"/>
            <a:ext cx="4114800" cy="365125"/>
          </a:xfrm>
        </p:spPr>
        <p:txBody>
          <a:bodyPr/>
          <a:lstStyle/>
          <a:p>
            <a:r>
              <a:rPr lang="en-US"/>
              <a:t>PRESENTATION TITLE</a:t>
            </a:r>
          </a:p>
        </p:txBody>
      </p:sp>
      <p:sp>
        <p:nvSpPr>
          <p:cNvPr id="301" name="Slide Number Placeholder 180">
            <a:extLst>
              <a:ext uri="{FF2B5EF4-FFF2-40B4-BE49-F238E27FC236}">
                <a16:creationId xmlns:a16="http://schemas.microsoft.com/office/drawing/2014/main" id="{48A1F651-8B76-426E-B2A3-79B5E58870B3}"/>
              </a:ext>
            </a:extLst>
          </p:cNvPr>
          <p:cNvSpPr>
            <a:spLocks noGrp="1"/>
          </p:cNvSpPr>
          <p:nvPr>
            <p:ph type="sldNum" sz="quarter" idx="12"/>
          </p:nvPr>
        </p:nvSpPr>
        <p:spPr>
          <a:xfrm>
            <a:off x="8610600" y="6356350"/>
            <a:ext cx="2743200" cy="365125"/>
          </a:xfrm>
        </p:spPr>
        <p:txBody>
          <a:bodyPr/>
          <a:lstStyle/>
          <a:p>
            <a:fld id="{5EA792F7-1D9E-4C7E-A103-E8EDFDC2691E}" type="slidenum">
              <a:rPr lang="en-US" smtClean="0"/>
              <a:t>‹#›</a:t>
            </a:fld>
            <a:endParaRPr lang="en-US"/>
          </a:p>
        </p:txBody>
      </p:sp>
    </p:spTree>
    <p:extLst>
      <p:ext uri="{BB962C8B-B14F-4D97-AF65-F5344CB8AC3E}">
        <p14:creationId xmlns:p14="http://schemas.microsoft.com/office/powerpoint/2010/main" val="833757485"/>
      </p:ext>
    </p:extLst>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5F21EE69-A1CB-4D3C-A300-F309A781E65B}"/>
              </a:ext>
            </a:extLst>
          </p:cNvPr>
          <p:cNvSpPr>
            <a:spLocks noGrp="1"/>
          </p:cNvSpPr>
          <p:nvPr>
            <p:ph type="title"/>
          </p:nvPr>
        </p:nvSpPr>
        <p:spPr>
          <a:xfrm>
            <a:off x="938907" y="282800"/>
            <a:ext cx="5217172" cy="1288673"/>
          </a:xfrm>
        </p:spPr>
        <p:txBody>
          <a:bodyPr anchor="b">
            <a:normAutofit/>
          </a:bodyPr>
          <a:lstStyle/>
          <a:p>
            <a:endParaRPr lang="en-US" dirty="0"/>
          </a:p>
        </p:txBody>
      </p:sp>
      <p:sp>
        <p:nvSpPr>
          <p:cNvPr id="18" name="Content Placeholder 2">
            <a:extLst>
              <a:ext uri="{FF2B5EF4-FFF2-40B4-BE49-F238E27FC236}">
                <a16:creationId xmlns:a16="http://schemas.microsoft.com/office/drawing/2014/main" id="{04201678-5DBC-491F-AA38-F3DF166C36BE}"/>
              </a:ext>
            </a:extLst>
          </p:cNvPr>
          <p:cNvSpPr>
            <a:spLocks noGrp="1"/>
          </p:cNvSpPr>
          <p:nvPr>
            <p:ph idx="1" hasCustomPrompt="1"/>
          </p:nvPr>
        </p:nvSpPr>
        <p:spPr>
          <a:xfrm>
            <a:off x="938906" y="1715151"/>
            <a:ext cx="5217173" cy="4351338"/>
          </a:xfrm>
        </p:spPr>
        <p:txBody>
          <a:bodyPr>
            <a:normAutofit/>
          </a:bodyPr>
          <a:lstStyle>
            <a:lvl1pPr marL="0" indent="0">
              <a:lnSpc>
                <a:spcPct val="100000"/>
              </a:lnSpc>
              <a:buFontTx/>
              <a:buNone/>
              <a:defRPr sz="1800"/>
            </a:lvl1pPr>
          </a:lstStyle>
          <a:p>
            <a:pPr>
              <a:lnSpc>
                <a:spcPct val="130000"/>
              </a:lnSpc>
            </a:pPr>
            <a:r>
              <a:rPr lang="en-US" dirty="0"/>
              <a:t>Click to add text</a:t>
            </a:r>
          </a:p>
        </p:txBody>
      </p:sp>
      <p:sp>
        <p:nvSpPr>
          <p:cNvPr id="368" name="Picture Placeholder 370">
            <a:extLst>
              <a:ext uri="{FF2B5EF4-FFF2-40B4-BE49-F238E27FC236}">
                <a16:creationId xmlns:a16="http://schemas.microsoft.com/office/drawing/2014/main" id="{669561A4-DF87-4818-9B88-D1EF83F03B98}"/>
              </a:ext>
            </a:extLst>
          </p:cNvPr>
          <p:cNvSpPr>
            <a:spLocks noGrp="1"/>
          </p:cNvSpPr>
          <p:nvPr>
            <p:ph type="pic" sz="quarter" idx="13" hasCustomPrompt="1"/>
          </p:nvPr>
        </p:nvSpPr>
        <p:spPr>
          <a:xfrm>
            <a:off x="7235389" y="322503"/>
            <a:ext cx="4114800" cy="2931037"/>
          </a:xfrm>
        </p:spPr>
        <p:txBody>
          <a:bodyPr/>
          <a:lstStyle>
            <a:lvl1pPr>
              <a:buFontTx/>
              <a:buNone/>
              <a:defRPr/>
            </a:lvl1pPr>
          </a:lstStyle>
          <a:p>
            <a:r>
              <a:rPr lang="en-US" dirty="0"/>
              <a:t>Click to add photo</a:t>
            </a:r>
          </a:p>
        </p:txBody>
      </p:sp>
      <p:sp>
        <p:nvSpPr>
          <p:cNvPr id="369" name="Picture Placeholder 372">
            <a:extLst>
              <a:ext uri="{FF2B5EF4-FFF2-40B4-BE49-F238E27FC236}">
                <a16:creationId xmlns:a16="http://schemas.microsoft.com/office/drawing/2014/main" id="{FFEE5DD2-649D-41DC-9898-8730D76FDB98}"/>
              </a:ext>
            </a:extLst>
          </p:cNvPr>
          <p:cNvSpPr>
            <a:spLocks noGrp="1"/>
          </p:cNvSpPr>
          <p:nvPr>
            <p:ph type="pic" sz="quarter" idx="14" hasCustomPrompt="1"/>
          </p:nvPr>
        </p:nvSpPr>
        <p:spPr>
          <a:xfrm>
            <a:off x="7235389" y="3370011"/>
            <a:ext cx="4114799" cy="2931036"/>
          </a:xfrm>
        </p:spPr>
        <p:txBody>
          <a:bodyPr/>
          <a:lstStyle>
            <a:lvl1pPr>
              <a:buFontTx/>
              <a:buNone/>
              <a:defRPr/>
            </a:lvl1pPr>
          </a:lstStyle>
          <a:p>
            <a:r>
              <a:rPr lang="en-US" dirty="0"/>
              <a:t>Click to add photo</a:t>
            </a:r>
          </a:p>
        </p:txBody>
      </p:sp>
      <p:sp>
        <p:nvSpPr>
          <p:cNvPr id="385" name="Date Placeholder 384">
            <a:extLst>
              <a:ext uri="{FF2B5EF4-FFF2-40B4-BE49-F238E27FC236}">
                <a16:creationId xmlns:a16="http://schemas.microsoft.com/office/drawing/2014/main" id="{7B72116B-F388-4C73-BC4A-D8292B5DA7E2}"/>
              </a:ext>
            </a:extLst>
          </p:cNvPr>
          <p:cNvSpPr>
            <a:spLocks noGrp="1"/>
          </p:cNvSpPr>
          <p:nvPr>
            <p:ph type="dt" sz="half" idx="15"/>
          </p:nvPr>
        </p:nvSpPr>
        <p:spPr/>
        <p:txBody>
          <a:bodyPr/>
          <a:lstStyle/>
          <a:p>
            <a:fld id="{34DC9094-7AE2-4A0C-ADA1-0B6CF537F5E3}" type="datetime1">
              <a:rPr lang="en-US" smtClean="0"/>
              <a:t>8/22/2026</a:t>
            </a:fld>
            <a:endParaRPr lang="en-US"/>
          </a:p>
        </p:txBody>
      </p:sp>
      <p:sp>
        <p:nvSpPr>
          <p:cNvPr id="386" name="Footer Placeholder 385">
            <a:extLst>
              <a:ext uri="{FF2B5EF4-FFF2-40B4-BE49-F238E27FC236}">
                <a16:creationId xmlns:a16="http://schemas.microsoft.com/office/drawing/2014/main" id="{C072D4A9-194F-4843-B39B-6C34A5D2F221}"/>
              </a:ext>
            </a:extLst>
          </p:cNvPr>
          <p:cNvSpPr>
            <a:spLocks noGrp="1"/>
          </p:cNvSpPr>
          <p:nvPr>
            <p:ph type="ftr" sz="quarter" idx="16"/>
          </p:nvPr>
        </p:nvSpPr>
        <p:spPr/>
        <p:txBody>
          <a:bodyPr/>
          <a:lstStyle/>
          <a:p>
            <a:r>
              <a:rPr lang="en-US"/>
              <a:t>PRESENTATION TITLE</a:t>
            </a:r>
          </a:p>
        </p:txBody>
      </p:sp>
      <p:sp>
        <p:nvSpPr>
          <p:cNvPr id="387" name="Slide Number Placeholder 386">
            <a:extLst>
              <a:ext uri="{FF2B5EF4-FFF2-40B4-BE49-F238E27FC236}">
                <a16:creationId xmlns:a16="http://schemas.microsoft.com/office/drawing/2014/main" id="{7827E1CE-788E-4245-B60E-D39AFA591483}"/>
              </a:ext>
            </a:extLst>
          </p:cNvPr>
          <p:cNvSpPr>
            <a:spLocks noGrp="1"/>
          </p:cNvSpPr>
          <p:nvPr>
            <p:ph type="sldNum" sz="quarter" idx="17"/>
          </p:nvPr>
        </p:nvSpPr>
        <p:spPr/>
        <p:txBody>
          <a:bodyPr/>
          <a:lstStyle/>
          <a:p>
            <a:fld id="{5EA792F7-1D9E-4C7E-A103-E8EDFDC2691E}" type="slidenum">
              <a:rPr lang="en-US" smtClean="0"/>
              <a:t>‹#›</a:t>
            </a:fld>
            <a:endParaRPr lang="en-US"/>
          </a:p>
        </p:txBody>
      </p:sp>
      <p:grpSp>
        <p:nvGrpSpPr>
          <p:cNvPr id="9" name="Graphic 190">
            <a:extLst>
              <a:ext uri="{FF2B5EF4-FFF2-40B4-BE49-F238E27FC236}">
                <a16:creationId xmlns:a16="http://schemas.microsoft.com/office/drawing/2014/main" id="{06F4FBF1-A331-46A0-BDC5-7CEDEA62EE39}"/>
              </a:ext>
              <a:ext uri="{C183D7F6-B498-43B3-948B-1728B52AA6E4}">
                <adec:decorative xmlns:adec="http://schemas.microsoft.com/office/drawing/2017/decorative" val="1"/>
              </a:ext>
            </a:extLst>
          </p:cNvPr>
          <p:cNvGrpSpPr/>
          <p:nvPr userDrawn="1"/>
        </p:nvGrpSpPr>
        <p:grpSpPr>
          <a:xfrm>
            <a:off x="5756620" y="736826"/>
            <a:ext cx="1598829" cy="531293"/>
            <a:chOff x="2504802" y="1755501"/>
            <a:chExt cx="1598829" cy="531293"/>
          </a:xfrm>
          <a:solidFill>
            <a:schemeClr val="tx1"/>
          </a:solidFill>
        </p:grpSpPr>
        <p:sp>
          <p:nvSpPr>
            <p:cNvPr id="10" name="Freeform: Shape 9">
              <a:extLst>
                <a:ext uri="{FF2B5EF4-FFF2-40B4-BE49-F238E27FC236}">
                  <a16:creationId xmlns:a16="http://schemas.microsoft.com/office/drawing/2014/main" id="{AE637E45-FDA6-4FDD-96BD-4728E6FEF3C5}"/>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 name="Freeform: Shape 10">
              <a:extLst>
                <a:ext uri="{FF2B5EF4-FFF2-40B4-BE49-F238E27FC236}">
                  <a16:creationId xmlns:a16="http://schemas.microsoft.com/office/drawing/2014/main" id="{34CE57ED-0E56-4B8D-BFC4-44C434AB2F54}"/>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nvGrpSpPr>
          <p:cNvPr id="12" name="Group 11">
            <a:extLst>
              <a:ext uri="{FF2B5EF4-FFF2-40B4-BE49-F238E27FC236}">
                <a16:creationId xmlns:a16="http://schemas.microsoft.com/office/drawing/2014/main" id="{D6B131DC-4B42-4E21-8EE4-FCF7D6602B71}"/>
              </a:ext>
              <a:ext uri="{C183D7F6-B498-43B3-948B-1728B52AA6E4}">
                <adec:decorative xmlns:adec="http://schemas.microsoft.com/office/drawing/2017/decorative" val="1"/>
              </a:ext>
            </a:extLst>
          </p:cNvPr>
          <p:cNvGrpSpPr/>
          <p:nvPr userDrawn="1"/>
        </p:nvGrpSpPr>
        <p:grpSpPr>
          <a:xfrm>
            <a:off x="10885765" y="619275"/>
            <a:ext cx="932200" cy="932200"/>
            <a:chOff x="10791258" y="619275"/>
            <a:chExt cx="932200" cy="932200"/>
          </a:xfrm>
        </p:grpSpPr>
        <p:sp>
          <p:nvSpPr>
            <p:cNvPr id="13" name="Graphic 212">
              <a:extLst>
                <a:ext uri="{FF2B5EF4-FFF2-40B4-BE49-F238E27FC236}">
                  <a16:creationId xmlns:a16="http://schemas.microsoft.com/office/drawing/2014/main" id="{D826499E-185F-4853-8982-212973714079}"/>
                </a:ext>
              </a:extLst>
            </p:cNvPr>
            <p:cNvSpPr/>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4" name="Graphic 212">
              <a:extLst>
                <a:ext uri="{FF2B5EF4-FFF2-40B4-BE49-F238E27FC236}">
                  <a16:creationId xmlns:a16="http://schemas.microsoft.com/office/drawing/2014/main" id="{4B93A407-DCC0-4287-A189-DAFDA6CE5D81}"/>
                </a:ext>
              </a:extLst>
            </p:cNvPr>
            <p:cNvSpPr/>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grpSp>
        <p:nvGrpSpPr>
          <p:cNvPr id="15" name="Group 14">
            <a:extLst>
              <a:ext uri="{FF2B5EF4-FFF2-40B4-BE49-F238E27FC236}">
                <a16:creationId xmlns:a16="http://schemas.microsoft.com/office/drawing/2014/main" id="{3B628FE6-4C4F-49A8-9B42-67396AB1B101}"/>
              </a:ext>
              <a:ext uri="{C183D7F6-B498-43B3-948B-1728B52AA6E4}">
                <adec:decorative xmlns:adec="http://schemas.microsoft.com/office/drawing/2017/decorative" val="1"/>
              </a:ext>
            </a:extLst>
          </p:cNvPr>
          <p:cNvGrpSpPr/>
          <p:nvPr userDrawn="1"/>
        </p:nvGrpSpPr>
        <p:grpSpPr>
          <a:xfrm>
            <a:off x="10631201" y="4961088"/>
            <a:ext cx="1152011" cy="1152022"/>
            <a:chOff x="10154386" y="4452483"/>
            <a:chExt cx="1443404" cy="1443418"/>
          </a:xfrm>
          <a:solidFill>
            <a:schemeClr val="tx1"/>
          </a:solidFill>
        </p:grpSpPr>
        <p:grpSp>
          <p:nvGrpSpPr>
            <p:cNvPr id="16" name="Graphic 4">
              <a:extLst>
                <a:ext uri="{FF2B5EF4-FFF2-40B4-BE49-F238E27FC236}">
                  <a16:creationId xmlns:a16="http://schemas.microsoft.com/office/drawing/2014/main" id="{31A752B8-0B61-4973-8AE2-32B13026F5D0}"/>
                </a:ext>
              </a:extLst>
            </p:cNvPr>
            <p:cNvGrpSpPr/>
            <p:nvPr/>
          </p:nvGrpSpPr>
          <p:grpSpPr>
            <a:xfrm>
              <a:off x="10154386" y="4452483"/>
              <a:ext cx="1443404" cy="1443418"/>
              <a:chOff x="5734037" y="3067039"/>
              <a:chExt cx="724483" cy="724489"/>
            </a:xfrm>
            <a:grpFill/>
          </p:grpSpPr>
          <p:sp>
            <p:nvSpPr>
              <p:cNvPr id="189" name="Freeform: Shape 188">
                <a:extLst>
                  <a:ext uri="{FF2B5EF4-FFF2-40B4-BE49-F238E27FC236}">
                    <a16:creationId xmlns:a16="http://schemas.microsoft.com/office/drawing/2014/main" id="{5B0C923D-2B15-4591-91AF-7076EB2D39DF}"/>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0" name="Freeform: Shape 189">
                <a:extLst>
                  <a:ext uri="{FF2B5EF4-FFF2-40B4-BE49-F238E27FC236}">
                    <a16:creationId xmlns:a16="http://schemas.microsoft.com/office/drawing/2014/main" id="{F67576B0-A9FB-4DBF-AAB2-BC4FE937A4D4}"/>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1" name="Freeform: Shape 190">
                <a:extLst>
                  <a:ext uri="{FF2B5EF4-FFF2-40B4-BE49-F238E27FC236}">
                    <a16:creationId xmlns:a16="http://schemas.microsoft.com/office/drawing/2014/main" id="{78EDA74C-F639-4A1A-AF63-97CE1722791F}"/>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2" name="Freeform: Shape 191">
                <a:extLst>
                  <a:ext uri="{FF2B5EF4-FFF2-40B4-BE49-F238E27FC236}">
                    <a16:creationId xmlns:a16="http://schemas.microsoft.com/office/drawing/2014/main" id="{47349CA4-9AF7-4B7C-B97D-32FCC9A753C0}"/>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3" name="Freeform: Shape 192">
                <a:extLst>
                  <a:ext uri="{FF2B5EF4-FFF2-40B4-BE49-F238E27FC236}">
                    <a16:creationId xmlns:a16="http://schemas.microsoft.com/office/drawing/2014/main" id="{DBBF3B76-9FD5-449B-9E6D-B2AE17BCC28F}"/>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4" name="Freeform: Shape 193">
                <a:extLst>
                  <a:ext uri="{FF2B5EF4-FFF2-40B4-BE49-F238E27FC236}">
                    <a16:creationId xmlns:a16="http://schemas.microsoft.com/office/drawing/2014/main" id="{E83A7097-449B-446C-9207-5C00FAB2EE58}"/>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5" name="Freeform: Shape 194">
                <a:extLst>
                  <a:ext uri="{FF2B5EF4-FFF2-40B4-BE49-F238E27FC236}">
                    <a16:creationId xmlns:a16="http://schemas.microsoft.com/office/drawing/2014/main" id="{E8BCF978-C1B0-4C0E-885B-67F829DF35F5}"/>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6" name="Freeform: Shape 195">
                <a:extLst>
                  <a:ext uri="{FF2B5EF4-FFF2-40B4-BE49-F238E27FC236}">
                    <a16:creationId xmlns:a16="http://schemas.microsoft.com/office/drawing/2014/main" id="{5F8A090D-EE01-4AE0-9B9D-A052A136192E}"/>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7" name="Freeform: Shape 196">
                <a:extLst>
                  <a:ext uri="{FF2B5EF4-FFF2-40B4-BE49-F238E27FC236}">
                    <a16:creationId xmlns:a16="http://schemas.microsoft.com/office/drawing/2014/main" id="{F4973935-CD40-43B9-85EE-A0891CDFDFB7}"/>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8" name="Freeform: Shape 197">
                <a:extLst>
                  <a:ext uri="{FF2B5EF4-FFF2-40B4-BE49-F238E27FC236}">
                    <a16:creationId xmlns:a16="http://schemas.microsoft.com/office/drawing/2014/main" id="{09BF59A1-43BA-4CAA-B07E-0753B83A0711}"/>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9" name="Freeform: Shape 198">
                <a:extLst>
                  <a:ext uri="{FF2B5EF4-FFF2-40B4-BE49-F238E27FC236}">
                    <a16:creationId xmlns:a16="http://schemas.microsoft.com/office/drawing/2014/main" id="{F7F71212-DEF7-4416-8DD0-706B9D618165}"/>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0" name="Freeform: Shape 199">
                <a:extLst>
                  <a:ext uri="{FF2B5EF4-FFF2-40B4-BE49-F238E27FC236}">
                    <a16:creationId xmlns:a16="http://schemas.microsoft.com/office/drawing/2014/main" id="{61491CF5-2443-474B-83A8-EED5E8ABCCEB}"/>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1" name="Freeform: Shape 200">
                <a:extLst>
                  <a:ext uri="{FF2B5EF4-FFF2-40B4-BE49-F238E27FC236}">
                    <a16:creationId xmlns:a16="http://schemas.microsoft.com/office/drawing/2014/main" id="{7A1D052A-A011-4CC1-9757-2742CF613DDE}"/>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2" name="Freeform: Shape 201">
                <a:extLst>
                  <a:ext uri="{FF2B5EF4-FFF2-40B4-BE49-F238E27FC236}">
                    <a16:creationId xmlns:a16="http://schemas.microsoft.com/office/drawing/2014/main" id="{15DD3330-9838-49F4-9837-D557F3577937}"/>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3" name="Freeform: Shape 202">
                <a:extLst>
                  <a:ext uri="{FF2B5EF4-FFF2-40B4-BE49-F238E27FC236}">
                    <a16:creationId xmlns:a16="http://schemas.microsoft.com/office/drawing/2014/main" id="{085E7E4A-1EBD-4D0A-89D3-0E91CE94BB34}"/>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4" name="Freeform: Shape 203">
                <a:extLst>
                  <a:ext uri="{FF2B5EF4-FFF2-40B4-BE49-F238E27FC236}">
                    <a16:creationId xmlns:a16="http://schemas.microsoft.com/office/drawing/2014/main" id="{98509262-3560-484E-B2A3-65F83E2AFF4B}"/>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5" name="Freeform: Shape 204">
                <a:extLst>
                  <a:ext uri="{FF2B5EF4-FFF2-40B4-BE49-F238E27FC236}">
                    <a16:creationId xmlns:a16="http://schemas.microsoft.com/office/drawing/2014/main" id="{82C01EF0-EFE1-4857-9C0F-983EF16648B2}"/>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6" name="Freeform: Shape 205">
                <a:extLst>
                  <a:ext uri="{FF2B5EF4-FFF2-40B4-BE49-F238E27FC236}">
                    <a16:creationId xmlns:a16="http://schemas.microsoft.com/office/drawing/2014/main" id="{B35C6DB3-278C-4B06-AEE3-44D85C12E1AE}"/>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7" name="Freeform: Shape 206">
                <a:extLst>
                  <a:ext uri="{FF2B5EF4-FFF2-40B4-BE49-F238E27FC236}">
                    <a16:creationId xmlns:a16="http://schemas.microsoft.com/office/drawing/2014/main" id="{13D90D10-B54E-4E2F-B5C7-3F4F5AA85C5C}"/>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8" name="Freeform: Shape 207">
                <a:extLst>
                  <a:ext uri="{FF2B5EF4-FFF2-40B4-BE49-F238E27FC236}">
                    <a16:creationId xmlns:a16="http://schemas.microsoft.com/office/drawing/2014/main" id="{BCF88EFC-8669-4711-B4D8-18F82A715203}"/>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9" name="Freeform: Shape 208">
                <a:extLst>
                  <a:ext uri="{FF2B5EF4-FFF2-40B4-BE49-F238E27FC236}">
                    <a16:creationId xmlns:a16="http://schemas.microsoft.com/office/drawing/2014/main" id="{1C7E26B7-A2C7-4069-94EE-F81FBFCC4F88}"/>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0" name="Freeform: Shape 209">
                <a:extLst>
                  <a:ext uri="{FF2B5EF4-FFF2-40B4-BE49-F238E27FC236}">
                    <a16:creationId xmlns:a16="http://schemas.microsoft.com/office/drawing/2014/main" id="{45992884-B014-448F-B303-A6346A877A4E}"/>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1" name="Freeform: Shape 210">
                <a:extLst>
                  <a:ext uri="{FF2B5EF4-FFF2-40B4-BE49-F238E27FC236}">
                    <a16:creationId xmlns:a16="http://schemas.microsoft.com/office/drawing/2014/main" id="{CE046B60-49AE-4A06-93E1-022974B3A738}"/>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2" name="Freeform: Shape 211">
                <a:extLst>
                  <a:ext uri="{FF2B5EF4-FFF2-40B4-BE49-F238E27FC236}">
                    <a16:creationId xmlns:a16="http://schemas.microsoft.com/office/drawing/2014/main" id="{48BEAE27-271C-428D-B5EF-F87F7359F6F0}"/>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3" name="Freeform: Shape 212">
                <a:extLst>
                  <a:ext uri="{FF2B5EF4-FFF2-40B4-BE49-F238E27FC236}">
                    <a16:creationId xmlns:a16="http://schemas.microsoft.com/office/drawing/2014/main" id="{A5A27244-274D-4D7E-A8D4-73F2256E8BA1}"/>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4" name="Freeform: Shape 213">
                <a:extLst>
                  <a:ext uri="{FF2B5EF4-FFF2-40B4-BE49-F238E27FC236}">
                    <a16:creationId xmlns:a16="http://schemas.microsoft.com/office/drawing/2014/main" id="{15FC6F33-B59A-4CCB-A310-45A01574AAD8}"/>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5" name="Freeform: Shape 214">
                <a:extLst>
                  <a:ext uri="{FF2B5EF4-FFF2-40B4-BE49-F238E27FC236}">
                    <a16:creationId xmlns:a16="http://schemas.microsoft.com/office/drawing/2014/main" id="{58C7C55E-C35B-401E-9068-C22F2EE68C87}"/>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6" name="Freeform: Shape 215">
                <a:extLst>
                  <a:ext uri="{FF2B5EF4-FFF2-40B4-BE49-F238E27FC236}">
                    <a16:creationId xmlns:a16="http://schemas.microsoft.com/office/drawing/2014/main" id="{4B71E863-1694-4370-85E9-A4DC7C544C30}"/>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7" name="Freeform: Shape 216">
                <a:extLst>
                  <a:ext uri="{FF2B5EF4-FFF2-40B4-BE49-F238E27FC236}">
                    <a16:creationId xmlns:a16="http://schemas.microsoft.com/office/drawing/2014/main" id="{B6F72D1A-6378-49EA-83B7-3EF500030604}"/>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8" name="Freeform: Shape 217">
                <a:extLst>
                  <a:ext uri="{FF2B5EF4-FFF2-40B4-BE49-F238E27FC236}">
                    <a16:creationId xmlns:a16="http://schemas.microsoft.com/office/drawing/2014/main" id="{7D8F79E4-2781-44A0-A4FB-9F34DDD998C9}"/>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9" name="Freeform: Shape 218">
                <a:extLst>
                  <a:ext uri="{FF2B5EF4-FFF2-40B4-BE49-F238E27FC236}">
                    <a16:creationId xmlns:a16="http://schemas.microsoft.com/office/drawing/2014/main" id="{112401E9-7F6C-44FD-BFDB-6AB513E34F13}"/>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0" name="Freeform: Shape 219">
                <a:extLst>
                  <a:ext uri="{FF2B5EF4-FFF2-40B4-BE49-F238E27FC236}">
                    <a16:creationId xmlns:a16="http://schemas.microsoft.com/office/drawing/2014/main" id="{70EF4569-106C-4743-8A96-58E8F8914E44}"/>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1" name="Freeform: Shape 220">
                <a:extLst>
                  <a:ext uri="{FF2B5EF4-FFF2-40B4-BE49-F238E27FC236}">
                    <a16:creationId xmlns:a16="http://schemas.microsoft.com/office/drawing/2014/main" id="{A8672656-3AB6-45FA-9178-6EEA584AC60F}"/>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2" name="Freeform: Shape 221">
                <a:extLst>
                  <a:ext uri="{FF2B5EF4-FFF2-40B4-BE49-F238E27FC236}">
                    <a16:creationId xmlns:a16="http://schemas.microsoft.com/office/drawing/2014/main" id="{3BE34346-DF8F-40ED-9960-375A6B408972}"/>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3" name="Freeform: Shape 222">
                <a:extLst>
                  <a:ext uri="{FF2B5EF4-FFF2-40B4-BE49-F238E27FC236}">
                    <a16:creationId xmlns:a16="http://schemas.microsoft.com/office/drawing/2014/main" id="{D2F41219-5DFE-4991-8A7E-D81EC1C2B5EE}"/>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4" name="Freeform: Shape 223">
                <a:extLst>
                  <a:ext uri="{FF2B5EF4-FFF2-40B4-BE49-F238E27FC236}">
                    <a16:creationId xmlns:a16="http://schemas.microsoft.com/office/drawing/2014/main" id="{631B6AB5-7C4A-4437-A6BF-C6A236896589}"/>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5" name="Freeform: Shape 224">
                <a:extLst>
                  <a:ext uri="{FF2B5EF4-FFF2-40B4-BE49-F238E27FC236}">
                    <a16:creationId xmlns:a16="http://schemas.microsoft.com/office/drawing/2014/main" id="{897203B5-EF0D-4F4C-A4B6-B5582F7D6A7E}"/>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6" name="Freeform: Shape 225">
                <a:extLst>
                  <a:ext uri="{FF2B5EF4-FFF2-40B4-BE49-F238E27FC236}">
                    <a16:creationId xmlns:a16="http://schemas.microsoft.com/office/drawing/2014/main" id="{F7733105-9EB9-4EF2-8F40-6AD21A844C7D}"/>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7" name="Freeform: Shape 226">
                <a:extLst>
                  <a:ext uri="{FF2B5EF4-FFF2-40B4-BE49-F238E27FC236}">
                    <a16:creationId xmlns:a16="http://schemas.microsoft.com/office/drawing/2014/main" id="{E63EBB4B-F5A7-4554-A0C3-AED6ACAE8C3F}"/>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8" name="Freeform: Shape 227">
                <a:extLst>
                  <a:ext uri="{FF2B5EF4-FFF2-40B4-BE49-F238E27FC236}">
                    <a16:creationId xmlns:a16="http://schemas.microsoft.com/office/drawing/2014/main" id="{CCC74397-5624-4735-BE79-E16C6A12912A}"/>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9" name="Freeform: Shape 228">
                <a:extLst>
                  <a:ext uri="{FF2B5EF4-FFF2-40B4-BE49-F238E27FC236}">
                    <a16:creationId xmlns:a16="http://schemas.microsoft.com/office/drawing/2014/main" id="{A9A30123-68A7-4CAF-ACA1-E089D30CE5F5}"/>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0" name="Freeform: Shape 229">
                <a:extLst>
                  <a:ext uri="{FF2B5EF4-FFF2-40B4-BE49-F238E27FC236}">
                    <a16:creationId xmlns:a16="http://schemas.microsoft.com/office/drawing/2014/main" id="{341E089E-6C28-47B4-8F8D-DC7B2964BFDE}"/>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1" name="Freeform: Shape 230">
                <a:extLst>
                  <a:ext uri="{FF2B5EF4-FFF2-40B4-BE49-F238E27FC236}">
                    <a16:creationId xmlns:a16="http://schemas.microsoft.com/office/drawing/2014/main" id="{60C3E376-3FA2-4F28-8E26-5126E54F2D37}"/>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2" name="Freeform: Shape 231">
                <a:extLst>
                  <a:ext uri="{FF2B5EF4-FFF2-40B4-BE49-F238E27FC236}">
                    <a16:creationId xmlns:a16="http://schemas.microsoft.com/office/drawing/2014/main" id="{4452E443-8362-453F-8594-E2C5D05D3398}"/>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3" name="Freeform: Shape 232">
                <a:extLst>
                  <a:ext uri="{FF2B5EF4-FFF2-40B4-BE49-F238E27FC236}">
                    <a16:creationId xmlns:a16="http://schemas.microsoft.com/office/drawing/2014/main" id="{C2043C4D-27CC-45D6-9A62-966A77DD5812}"/>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4" name="Freeform: Shape 233">
                <a:extLst>
                  <a:ext uri="{FF2B5EF4-FFF2-40B4-BE49-F238E27FC236}">
                    <a16:creationId xmlns:a16="http://schemas.microsoft.com/office/drawing/2014/main" id="{F2D98196-D099-495E-A828-A073967D67FB}"/>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5" name="Freeform: Shape 234">
                <a:extLst>
                  <a:ext uri="{FF2B5EF4-FFF2-40B4-BE49-F238E27FC236}">
                    <a16:creationId xmlns:a16="http://schemas.microsoft.com/office/drawing/2014/main" id="{68586E33-BCEF-4B0E-95AC-B1E8EA25C65D}"/>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6" name="Freeform: Shape 235">
                <a:extLst>
                  <a:ext uri="{FF2B5EF4-FFF2-40B4-BE49-F238E27FC236}">
                    <a16:creationId xmlns:a16="http://schemas.microsoft.com/office/drawing/2014/main" id="{D088D3EB-C95E-441B-8F56-F04DDB19F1B6}"/>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7" name="Freeform: Shape 236">
                <a:extLst>
                  <a:ext uri="{FF2B5EF4-FFF2-40B4-BE49-F238E27FC236}">
                    <a16:creationId xmlns:a16="http://schemas.microsoft.com/office/drawing/2014/main" id="{635A3D28-BCDB-445F-800B-8DE8585F6A30}"/>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8" name="Freeform: Shape 237">
                <a:extLst>
                  <a:ext uri="{FF2B5EF4-FFF2-40B4-BE49-F238E27FC236}">
                    <a16:creationId xmlns:a16="http://schemas.microsoft.com/office/drawing/2014/main" id="{49C1D7F6-B9CD-46FF-9058-CD4E3DC2EC5C}"/>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9" name="Freeform: Shape 238">
                <a:extLst>
                  <a:ext uri="{FF2B5EF4-FFF2-40B4-BE49-F238E27FC236}">
                    <a16:creationId xmlns:a16="http://schemas.microsoft.com/office/drawing/2014/main" id="{9942B8B8-7819-434C-902E-8BF793967CF2}"/>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0" name="Freeform: Shape 239">
                <a:extLst>
                  <a:ext uri="{FF2B5EF4-FFF2-40B4-BE49-F238E27FC236}">
                    <a16:creationId xmlns:a16="http://schemas.microsoft.com/office/drawing/2014/main" id="{CDF6FF28-FCCB-4FD3-B5EC-8F9E3F4A1F0B}"/>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1" name="Freeform: Shape 240">
                <a:extLst>
                  <a:ext uri="{FF2B5EF4-FFF2-40B4-BE49-F238E27FC236}">
                    <a16:creationId xmlns:a16="http://schemas.microsoft.com/office/drawing/2014/main" id="{36634934-EC58-49CF-8AF5-0D1AD757663A}"/>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2" name="Freeform: Shape 241">
                <a:extLst>
                  <a:ext uri="{FF2B5EF4-FFF2-40B4-BE49-F238E27FC236}">
                    <a16:creationId xmlns:a16="http://schemas.microsoft.com/office/drawing/2014/main" id="{2A938075-EEBB-426F-AAEF-8DB877F1BF9F}"/>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3" name="Freeform: Shape 242">
                <a:extLst>
                  <a:ext uri="{FF2B5EF4-FFF2-40B4-BE49-F238E27FC236}">
                    <a16:creationId xmlns:a16="http://schemas.microsoft.com/office/drawing/2014/main" id="{9CF2395A-C8FA-4CE0-BADE-AD9620DCAC97}"/>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4" name="Freeform: Shape 243">
                <a:extLst>
                  <a:ext uri="{FF2B5EF4-FFF2-40B4-BE49-F238E27FC236}">
                    <a16:creationId xmlns:a16="http://schemas.microsoft.com/office/drawing/2014/main" id="{724C8CBB-AE30-4BDE-9609-6AD9DC4F1A8E}"/>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5" name="Freeform: Shape 244">
                <a:extLst>
                  <a:ext uri="{FF2B5EF4-FFF2-40B4-BE49-F238E27FC236}">
                    <a16:creationId xmlns:a16="http://schemas.microsoft.com/office/drawing/2014/main" id="{75077D00-21A4-4EA4-A836-2E6F377DC283}"/>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6" name="Freeform: Shape 245">
                <a:extLst>
                  <a:ext uri="{FF2B5EF4-FFF2-40B4-BE49-F238E27FC236}">
                    <a16:creationId xmlns:a16="http://schemas.microsoft.com/office/drawing/2014/main" id="{BFE1D84B-3E9B-4355-AB70-29BD0813469B}"/>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7" name="Freeform: Shape 246">
                <a:extLst>
                  <a:ext uri="{FF2B5EF4-FFF2-40B4-BE49-F238E27FC236}">
                    <a16:creationId xmlns:a16="http://schemas.microsoft.com/office/drawing/2014/main" id="{7E91096F-72A7-40D5-8D94-E473A526218C}"/>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8" name="Freeform: Shape 247">
                <a:extLst>
                  <a:ext uri="{FF2B5EF4-FFF2-40B4-BE49-F238E27FC236}">
                    <a16:creationId xmlns:a16="http://schemas.microsoft.com/office/drawing/2014/main" id="{0EB75445-3187-4401-86FD-A85FA620C85F}"/>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9" name="Freeform: Shape 248">
                <a:extLst>
                  <a:ext uri="{FF2B5EF4-FFF2-40B4-BE49-F238E27FC236}">
                    <a16:creationId xmlns:a16="http://schemas.microsoft.com/office/drawing/2014/main" id="{1D95CA2E-E941-4D26-B91B-7CDAE8112AC0}"/>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0" name="Freeform: Shape 249">
                <a:extLst>
                  <a:ext uri="{FF2B5EF4-FFF2-40B4-BE49-F238E27FC236}">
                    <a16:creationId xmlns:a16="http://schemas.microsoft.com/office/drawing/2014/main" id="{8A8CFFAC-749B-484A-8C17-634131D9C095}"/>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1" name="Freeform: Shape 250">
                <a:extLst>
                  <a:ext uri="{FF2B5EF4-FFF2-40B4-BE49-F238E27FC236}">
                    <a16:creationId xmlns:a16="http://schemas.microsoft.com/office/drawing/2014/main" id="{3125F4A7-EAFB-49D2-848F-8D0C044BE27B}"/>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2" name="Freeform: Shape 251">
                <a:extLst>
                  <a:ext uri="{FF2B5EF4-FFF2-40B4-BE49-F238E27FC236}">
                    <a16:creationId xmlns:a16="http://schemas.microsoft.com/office/drawing/2014/main" id="{B9B9B3BB-4B8E-4C75-96EA-4C2048C6F232}"/>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3" name="Freeform: Shape 252">
                <a:extLst>
                  <a:ext uri="{FF2B5EF4-FFF2-40B4-BE49-F238E27FC236}">
                    <a16:creationId xmlns:a16="http://schemas.microsoft.com/office/drawing/2014/main" id="{9017FF82-4E07-4642-AD9E-BB96D42BD639}"/>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4" name="Freeform: Shape 253">
                <a:extLst>
                  <a:ext uri="{FF2B5EF4-FFF2-40B4-BE49-F238E27FC236}">
                    <a16:creationId xmlns:a16="http://schemas.microsoft.com/office/drawing/2014/main" id="{6B1971AE-14DC-4045-882C-6B2E0CE3B16B}"/>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5" name="Freeform: Shape 254">
                <a:extLst>
                  <a:ext uri="{FF2B5EF4-FFF2-40B4-BE49-F238E27FC236}">
                    <a16:creationId xmlns:a16="http://schemas.microsoft.com/office/drawing/2014/main" id="{AA8CD457-0651-4ECC-81C7-C21EE779EDDA}"/>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6" name="Freeform: Shape 255">
                <a:extLst>
                  <a:ext uri="{FF2B5EF4-FFF2-40B4-BE49-F238E27FC236}">
                    <a16:creationId xmlns:a16="http://schemas.microsoft.com/office/drawing/2014/main" id="{65833210-69A5-47FF-8EA9-99D9E28B8D6D}"/>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7" name="Freeform: Shape 256">
                <a:extLst>
                  <a:ext uri="{FF2B5EF4-FFF2-40B4-BE49-F238E27FC236}">
                    <a16:creationId xmlns:a16="http://schemas.microsoft.com/office/drawing/2014/main" id="{C04C7A32-9FAA-4F63-9C56-4924343522E5}"/>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8" name="Freeform: Shape 257">
                <a:extLst>
                  <a:ext uri="{FF2B5EF4-FFF2-40B4-BE49-F238E27FC236}">
                    <a16:creationId xmlns:a16="http://schemas.microsoft.com/office/drawing/2014/main" id="{49DC777D-C77C-4470-B4AF-C884887B0C9C}"/>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9" name="Freeform: Shape 258">
                <a:extLst>
                  <a:ext uri="{FF2B5EF4-FFF2-40B4-BE49-F238E27FC236}">
                    <a16:creationId xmlns:a16="http://schemas.microsoft.com/office/drawing/2014/main" id="{158BF1D0-C876-400E-A139-5CE34D9B7581}"/>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0" name="Freeform: Shape 259">
                <a:extLst>
                  <a:ext uri="{FF2B5EF4-FFF2-40B4-BE49-F238E27FC236}">
                    <a16:creationId xmlns:a16="http://schemas.microsoft.com/office/drawing/2014/main" id="{12B92D7A-51EB-488C-8B4A-2DA48105CA0C}"/>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1" name="Freeform: Shape 260">
                <a:extLst>
                  <a:ext uri="{FF2B5EF4-FFF2-40B4-BE49-F238E27FC236}">
                    <a16:creationId xmlns:a16="http://schemas.microsoft.com/office/drawing/2014/main" id="{36F35362-EC6C-4B99-8EA0-B2E5F7E57544}"/>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2" name="Freeform: Shape 261">
                <a:extLst>
                  <a:ext uri="{FF2B5EF4-FFF2-40B4-BE49-F238E27FC236}">
                    <a16:creationId xmlns:a16="http://schemas.microsoft.com/office/drawing/2014/main" id="{E198CDFA-E8E4-4AB8-8152-70D0A9901701}"/>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3" name="Freeform: Shape 262">
                <a:extLst>
                  <a:ext uri="{FF2B5EF4-FFF2-40B4-BE49-F238E27FC236}">
                    <a16:creationId xmlns:a16="http://schemas.microsoft.com/office/drawing/2014/main" id="{0A6E867E-E4D5-4962-B1E3-40C1EBAD4540}"/>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4" name="Freeform: Shape 263">
                <a:extLst>
                  <a:ext uri="{FF2B5EF4-FFF2-40B4-BE49-F238E27FC236}">
                    <a16:creationId xmlns:a16="http://schemas.microsoft.com/office/drawing/2014/main" id="{80E476FD-96DE-446C-867F-9D329645237F}"/>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5" name="Freeform: Shape 264">
                <a:extLst>
                  <a:ext uri="{FF2B5EF4-FFF2-40B4-BE49-F238E27FC236}">
                    <a16:creationId xmlns:a16="http://schemas.microsoft.com/office/drawing/2014/main" id="{2A4B1DEE-9DE5-44FA-999C-35FC48FFD87B}"/>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6" name="Freeform: Shape 265">
                <a:extLst>
                  <a:ext uri="{FF2B5EF4-FFF2-40B4-BE49-F238E27FC236}">
                    <a16:creationId xmlns:a16="http://schemas.microsoft.com/office/drawing/2014/main" id="{B0466F5E-3E96-4F81-8A0D-03BE09971D09}"/>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7" name="Freeform: Shape 266">
                <a:extLst>
                  <a:ext uri="{FF2B5EF4-FFF2-40B4-BE49-F238E27FC236}">
                    <a16:creationId xmlns:a16="http://schemas.microsoft.com/office/drawing/2014/main" id="{7F10273E-D499-4A93-806B-29552CFEAB94}"/>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8" name="Freeform: Shape 267">
                <a:extLst>
                  <a:ext uri="{FF2B5EF4-FFF2-40B4-BE49-F238E27FC236}">
                    <a16:creationId xmlns:a16="http://schemas.microsoft.com/office/drawing/2014/main" id="{9F109E66-58F5-49F9-A8FA-C2C6B9D3314D}"/>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9" name="Freeform: Shape 268">
                <a:extLst>
                  <a:ext uri="{FF2B5EF4-FFF2-40B4-BE49-F238E27FC236}">
                    <a16:creationId xmlns:a16="http://schemas.microsoft.com/office/drawing/2014/main" id="{BEFEAFE3-481D-4BD8-8E0E-FD2D65147594}"/>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0" name="Freeform: Shape 269">
                <a:extLst>
                  <a:ext uri="{FF2B5EF4-FFF2-40B4-BE49-F238E27FC236}">
                    <a16:creationId xmlns:a16="http://schemas.microsoft.com/office/drawing/2014/main" id="{4D9F94D2-04D5-4055-ABB3-12E2D54D9168}"/>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1" name="Freeform: Shape 270">
                <a:extLst>
                  <a:ext uri="{FF2B5EF4-FFF2-40B4-BE49-F238E27FC236}">
                    <a16:creationId xmlns:a16="http://schemas.microsoft.com/office/drawing/2014/main" id="{8DF12218-DA8B-4C9D-AC25-6E4EB9E5157A}"/>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2" name="Freeform: Shape 271">
                <a:extLst>
                  <a:ext uri="{FF2B5EF4-FFF2-40B4-BE49-F238E27FC236}">
                    <a16:creationId xmlns:a16="http://schemas.microsoft.com/office/drawing/2014/main" id="{0EBFC3D4-98BB-45EA-B787-42AD1392C199}"/>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3" name="Freeform: Shape 272">
                <a:extLst>
                  <a:ext uri="{FF2B5EF4-FFF2-40B4-BE49-F238E27FC236}">
                    <a16:creationId xmlns:a16="http://schemas.microsoft.com/office/drawing/2014/main" id="{B012490F-C6CB-4B2B-ACEE-164410E430AA}"/>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4" name="Freeform: Shape 273">
                <a:extLst>
                  <a:ext uri="{FF2B5EF4-FFF2-40B4-BE49-F238E27FC236}">
                    <a16:creationId xmlns:a16="http://schemas.microsoft.com/office/drawing/2014/main" id="{C8A0CEBF-7017-4AE8-B110-4FB98A0931A1}"/>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5" name="Freeform: Shape 274">
                <a:extLst>
                  <a:ext uri="{FF2B5EF4-FFF2-40B4-BE49-F238E27FC236}">
                    <a16:creationId xmlns:a16="http://schemas.microsoft.com/office/drawing/2014/main" id="{BFB90B3C-B2E2-41FC-852F-20935BD58D3F}"/>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6" name="Freeform: Shape 275">
                <a:extLst>
                  <a:ext uri="{FF2B5EF4-FFF2-40B4-BE49-F238E27FC236}">
                    <a16:creationId xmlns:a16="http://schemas.microsoft.com/office/drawing/2014/main" id="{AD216D02-05DA-4573-8119-B89DD39D163C}"/>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7" name="Freeform: Shape 276">
                <a:extLst>
                  <a:ext uri="{FF2B5EF4-FFF2-40B4-BE49-F238E27FC236}">
                    <a16:creationId xmlns:a16="http://schemas.microsoft.com/office/drawing/2014/main" id="{4AD95CA3-812D-4706-A483-37C60CEFCF96}"/>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8" name="Freeform: Shape 277">
                <a:extLst>
                  <a:ext uri="{FF2B5EF4-FFF2-40B4-BE49-F238E27FC236}">
                    <a16:creationId xmlns:a16="http://schemas.microsoft.com/office/drawing/2014/main" id="{ED7350CE-E616-42AC-8E07-41E9A7A07CA9}"/>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9" name="Freeform: Shape 278">
                <a:extLst>
                  <a:ext uri="{FF2B5EF4-FFF2-40B4-BE49-F238E27FC236}">
                    <a16:creationId xmlns:a16="http://schemas.microsoft.com/office/drawing/2014/main" id="{87A359AE-1FD7-4EC0-9759-55B2173A6EFD}"/>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0" name="Freeform: Shape 279">
                <a:extLst>
                  <a:ext uri="{FF2B5EF4-FFF2-40B4-BE49-F238E27FC236}">
                    <a16:creationId xmlns:a16="http://schemas.microsoft.com/office/drawing/2014/main" id="{97A88E14-719D-4D47-A0A1-80D6780E8EED}"/>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1" name="Freeform: Shape 280">
                <a:extLst>
                  <a:ext uri="{FF2B5EF4-FFF2-40B4-BE49-F238E27FC236}">
                    <a16:creationId xmlns:a16="http://schemas.microsoft.com/office/drawing/2014/main" id="{D16E2313-CE29-4A31-AC81-790178F4746A}"/>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2" name="Freeform: Shape 281">
                <a:extLst>
                  <a:ext uri="{FF2B5EF4-FFF2-40B4-BE49-F238E27FC236}">
                    <a16:creationId xmlns:a16="http://schemas.microsoft.com/office/drawing/2014/main" id="{1D1C4F29-D833-4964-B939-3B727AE1EA41}"/>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3" name="Freeform: Shape 282">
                <a:extLst>
                  <a:ext uri="{FF2B5EF4-FFF2-40B4-BE49-F238E27FC236}">
                    <a16:creationId xmlns:a16="http://schemas.microsoft.com/office/drawing/2014/main" id="{4AAC2964-5640-4A4F-AF95-C44533263206}"/>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4" name="Freeform: Shape 283">
                <a:extLst>
                  <a:ext uri="{FF2B5EF4-FFF2-40B4-BE49-F238E27FC236}">
                    <a16:creationId xmlns:a16="http://schemas.microsoft.com/office/drawing/2014/main" id="{234E3EAE-3024-4122-B3C9-D19EF89411B2}"/>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5" name="Freeform: Shape 284">
                <a:extLst>
                  <a:ext uri="{FF2B5EF4-FFF2-40B4-BE49-F238E27FC236}">
                    <a16:creationId xmlns:a16="http://schemas.microsoft.com/office/drawing/2014/main" id="{28FD952A-B49E-4AFD-BE46-A826C893BA2B}"/>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6" name="Freeform: Shape 285">
                <a:extLst>
                  <a:ext uri="{FF2B5EF4-FFF2-40B4-BE49-F238E27FC236}">
                    <a16:creationId xmlns:a16="http://schemas.microsoft.com/office/drawing/2014/main" id="{A8F11D09-106F-4800-8537-1511F52735A8}"/>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7" name="Freeform: Shape 286">
                <a:extLst>
                  <a:ext uri="{FF2B5EF4-FFF2-40B4-BE49-F238E27FC236}">
                    <a16:creationId xmlns:a16="http://schemas.microsoft.com/office/drawing/2014/main" id="{628B2A9C-BF81-4C2A-A82F-094822D91962}"/>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8" name="Freeform: Shape 287">
                <a:extLst>
                  <a:ext uri="{FF2B5EF4-FFF2-40B4-BE49-F238E27FC236}">
                    <a16:creationId xmlns:a16="http://schemas.microsoft.com/office/drawing/2014/main" id="{67DB4930-228B-47AF-AAF7-1BF8F1B48A13}"/>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9" name="Freeform: Shape 288">
                <a:extLst>
                  <a:ext uri="{FF2B5EF4-FFF2-40B4-BE49-F238E27FC236}">
                    <a16:creationId xmlns:a16="http://schemas.microsoft.com/office/drawing/2014/main" id="{5C000D14-C33C-4ABC-8859-916548DDFFB4}"/>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0" name="Freeform: Shape 289">
                <a:extLst>
                  <a:ext uri="{FF2B5EF4-FFF2-40B4-BE49-F238E27FC236}">
                    <a16:creationId xmlns:a16="http://schemas.microsoft.com/office/drawing/2014/main" id="{EFD3C8C8-BB59-449C-B55E-01F014FF2BD1}"/>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1" name="Freeform: Shape 290">
                <a:extLst>
                  <a:ext uri="{FF2B5EF4-FFF2-40B4-BE49-F238E27FC236}">
                    <a16:creationId xmlns:a16="http://schemas.microsoft.com/office/drawing/2014/main" id="{F67091D2-B1F6-4D9C-BE4A-EE3988A464AF}"/>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2" name="Freeform: Shape 291">
                <a:extLst>
                  <a:ext uri="{FF2B5EF4-FFF2-40B4-BE49-F238E27FC236}">
                    <a16:creationId xmlns:a16="http://schemas.microsoft.com/office/drawing/2014/main" id="{E696DB2D-BF32-49CF-A3D0-B5BCFFFC3A7C}"/>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3" name="Freeform: Shape 292">
                <a:extLst>
                  <a:ext uri="{FF2B5EF4-FFF2-40B4-BE49-F238E27FC236}">
                    <a16:creationId xmlns:a16="http://schemas.microsoft.com/office/drawing/2014/main" id="{DA9DFC77-4503-4E27-81F8-4EC423EE7F26}"/>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4" name="Freeform: Shape 293">
                <a:extLst>
                  <a:ext uri="{FF2B5EF4-FFF2-40B4-BE49-F238E27FC236}">
                    <a16:creationId xmlns:a16="http://schemas.microsoft.com/office/drawing/2014/main" id="{C9750606-8257-49A8-BAC6-8AF5245F225F}"/>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5" name="Freeform: Shape 294">
                <a:extLst>
                  <a:ext uri="{FF2B5EF4-FFF2-40B4-BE49-F238E27FC236}">
                    <a16:creationId xmlns:a16="http://schemas.microsoft.com/office/drawing/2014/main" id="{1FAF9961-6FEB-4F37-AA12-4123C2F348CF}"/>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6" name="Freeform: Shape 295">
                <a:extLst>
                  <a:ext uri="{FF2B5EF4-FFF2-40B4-BE49-F238E27FC236}">
                    <a16:creationId xmlns:a16="http://schemas.microsoft.com/office/drawing/2014/main" id="{ECEB85EF-07A3-4915-972B-41652BD77A0A}"/>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7" name="Freeform: Shape 296">
                <a:extLst>
                  <a:ext uri="{FF2B5EF4-FFF2-40B4-BE49-F238E27FC236}">
                    <a16:creationId xmlns:a16="http://schemas.microsoft.com/office/drawing/2014/main" id="{70E3C169-E198-408B-8C0B-6D107638EEA4}"/>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8" name="Freeform: Shape 297">
                <a:extLst>
                  <a:ext uri="{FF2B5EF4-FFF2-40B4-BE49-F238E27FC236}">
                    <a16:creationId xmlns:a16="http://schemas.microsoft.com/office/drawing/2014/main" id="{F55D2648-69AF-4F06-B4E2-ED7EB64562C0}"/>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9" name="Freeform: Shape 298">
                <a:extLst>
                  <a:ext uri="{FF2B5EF4-FFF2-40B4-BE49-F238E27FC236}">
                    <a16:creationId xmlns:a16="http://schemas.microsoft.com/office/drawing/2014/main" id="{808EE613-DBD4-40A5-B2FC-FFE52B379596}"/>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0" name="Freeform: Shape 299">
                <a:extLst>
                  <a:ext uri="{FF2B5EF4-FFF2-40B4-BE49-F238E27FC236}">
                    <a16:creationId xmlns:a16="http://schemas.microsoft.com/office/drawing/2014/main" id="{5CF13D94-C51E-4F0C-93ED-89C74D5967D4}"/>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1" name="Freeform: Shape 300">
                <a:extLst>
                  <a:ext uri="{FF2B5EF4-FFF2-40B4-BE49-F238E27FC236}">
                    <a16:creationId xmlns:a16="http://schemas.microsoft.com/office/drawing/2014/main" id="{D02372BC-9E3F-430B-9E13-B750B7548287}"/>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2" name="Freeform: Shape 301">
                <a:extLst>
                  <a:ext uri="{FF2B5EF4-FFF2-40B4-BE49-F238E27FC236}">
                    <a16:creationId xmlns:a16="http://schemas.microsoft.com/office/drawing/2014/main" id="{5CC5A4DF-827D-4F25-A560-89C50AFC96F9}"/>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3" name="Freeform: Shape 302">
                <a:extLst>
                  <a:ext uri="{FF2B5EF4-FFF2-40B4-BE49-F238E27FC236}">
                    <a16:creationId xmlns:a16="http://schemas.microsoft.com/office/drawing/2014/main" id="{C664ED74-3F99-4CD6-9B08-8C66D3C2384C}"/>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4" name="Freeform: Shape 303">
                <a:extLst>
                  <a:ext uri="{FF2B5EF4-FFF2-40B4-BE49-F238E27FC236}">
                    <a16:creationId xmlns:a16="http://schemas.microsoft.com/office/drawing/2014/main" id="{A366A050-ABC8-404E-9D19-88C1BFD746AD}"/>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5" name="Freeform: Shape 304">
                <a:extLst>
                  <a:ext uri="{FF2B5EF4-FFF2-40B4-BE49-F238E27FC236}">
                    <a16:creationId xmlns:a16="http://schemas.microsoft.com/office/drawing/2014/main" id="{E54F9189-EFA8-450C-9A79-2642C2815DC1}"/>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6" name="Freeform: Shape 305">
                <a:extLst>
                  <a:ext uri="{FF2B5EF4-FFF2-40B4-BE49-F238E27FC236}">
                    <a16:creationId xmlns:a16="http://schemas.microsoft.com/office/drawing/2014/main" id="{83474EF4-3910-4D27-8CE9-6B0571690FB0}"/>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7" name="Freeform: Shape 306">
                <a:extLst>
                  <a:ext uri="{FF2B5EF4-FFF2-40B4-BE49-F238E27FC236}">
                    <a16:creationId xmlns:a16="http://schemas.microsoft.com/office/drawing/2014/main" id="{07AF992F-ECBF-4DC7-AAD7-C89A905F51C3}"/>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8" name="Freeform: Shape 307">
                <a:extLst>
                  <a:ext uri="{FF2B5EF4-FFF2-40B4-BE49-F238E27FC236}">
                    <a16:creationId xmlns:a16="http://schemas.microsoft.com/office/drawing/2014/main" id="{8DF44771-0BBE-4ABF-A1A0-4F21168E9496}"/>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9" name="Freeform: Shape 308">
                <a:extLst>
                  <a:ext uri="{FF2B5EF4-FFF2-40B4-BE49-F238E27FC236}">
                    <a16:creationId xmlns:a16="http://schemas.microsoft.com/office/drawing/2014/main" id="{A83A06AC-4FF7-4E63-8018-3EC97686E21C}"/>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0" name="Freeform: Shape 309">
                <a:extLst>
                  <a:ext uri="{FF2B5EF4-FFF2-40B4-BE49-F238E27FC236}">
                    <a16:creationId xmlns:a16="http://schemas.microsoft.com/office/drawing/2014/main" id="{CF2D1DA8-92C8-41E9-B8CA-AA39868CBF09}"/>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1" name="Freeform: Shape 310">
                <a:extLst>
                  <a:ext uri="{FF2B5EF4-FFF2-40B4-BE49-F238E27FC236}">
                    <a16:creationId xmlns:a16="http://schemas.microsoft.com/office/drawing/2014/main" id="{CE7EB8CC-07A4-47A7-928A-8984C4706850}"/>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2" name="Freeform: Shape 311">
                <a:extLst>
                  <a:ext uri="{FF2B5EF4-FFF2-40B4-BE49-F238E27FC236}">
                    <a16:creationId xmlns:a16="http://schemas.microsoft.com/office/drawing/2014/main" id="{DD8F57F4-0054-4907-A5A4-FEA9B509AD36}"/>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3" name="Freeform: Shape 312">
                <a:extLst>
                  <a:ext uri="{FF2B5EF4-FFF2-40B4-BE49-F238E27FC236}">
                    <a16:creationId xmlns:a16="http://schemas.microsoft.com/office/drawing/2014/main" id="{60ED5BA9-E036-40AE-A6CC-0DECB39D5A46}"/>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4" name="Freeform: Shape 313">
                <a:extLst>
                  <a:ext uri="{FF2B5EF4-FFF2-40B4-BE49-F238E27FC236}">
                    <a16:creationId xmlns:a16="http://schemas.microsoft.com/office/drawing/2014/main" id="{0FD10507-E725-4668-A9B2-F1C23A57A161}"/>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5" name="Freeform: Shape 314">
                <a:extLst>
                  <a:ext uri="{FF2B5EF4-FFF2-40B4-BE49-F238E27FC236}">
                    <a16:creationId xmlns:a16="http://schemas.microsoft.com/office/drawing/2014/main" id="{D1C0A19B-7E91-4068-9AA4-14FA512E22BD}"/>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6" name="Freeform: Shape 315">
                <a:extLst>
                  <a:ext uri="{FF2B5EF4-FFF2-40B4-BE49-F238E27FC236}">
                    <a16:creationId xmlns:a16="http://schemas.microsoft.com/office/drawing/2014/main" id="{280850D2-6E89-4131-9FB7-A009F965BDEB}"/>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7" name="Freeform: Shape 316">
                <a:extLst>
                  <a:ext uri="{FF2B5EF4-FFF2-40B4-BE49-F238E27FC236}">
                    <a16:creationId xmlns:a16="http://schemas.microsoft.com/office/drawing/2014/main" id="{9FE1F233-525B-490D-92CE-E84B86136916}"/>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8" name="Freeform: Shape 317">
                <a:extLst>
                  <a:ext uri="{FF2B5EF4-FFF2-40B4-BE49-F238E27FC236}">
                    <a16:creationId xmlns:a16="http://schemas.microsoft.com/office/drawing/2014/main" id="{7181D01C-96B5-44C1-A386-30CE0F738E0D}"/>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9" name="Freeform: Shape 318">
                <a:extLst>
                  <a:ext uri="{FF2B5EF4-FFF2-40B4-BE49-F238E27FC236}">
                    <a16:creationId xmlns:a16="http://schemas.microsoft.com/office/drawing/2014/main" id="{E2B633A1-C30D-4403-AC8F-43AC6B9B7EA1}"/>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0" name="Freeform: Shape 319">
                <a:extLst>
                  <a:ext uri="{FF2B5EF4-FFF2-40B4-BE49-F238E27FC236}">
                    <a16:creationId xmlns:a16="http://schemas.microsoft.com/office/drawing/2014/main" id="{6A8ADFAF-7B99-4AF5-8AD0-6F6396B1E2AC}"/>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1" name="Freeform: Shape 320">
                <a:extLst>
                  <a:ext uri="{FF2B5EF4-FFF2-40B4-BE49-F238E27FC236}">
                    <a16:creationId xmlns:a16="http://schemas.microsoft.com/office/drawing/2014/main" id="{BF24EED6-9FF6-4D3B-B888-7C128BA748FD}"/>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2" name="Freeform: Shape 321">
                <a:extLst>
                  <a:ext uri="{FF2B5EF4-FFF2-40B4-BE49-F238E27FC236}">
                    <a16:creationId xmlns:a16="http://schemas.microsoft.com/office/drawing/2014/main" id="{6120BD91-6B39-4427-90EE-7F3AA46700A4}"/>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3" name="Freeform: Shape 322">
                <a:extLst>
                  <a:ext uri="{FF2B5EF4-FFF2-40B4-BE49-F238E27FC236}">
                    <a16:creationId xmlns:a16="http://schemas.microsoft.com/office/drawing/2014/main" id="{99BA16F9-242B-4140-BC3F-17E348414733}"/>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4" name="Freeform: Shape 323">
                <a:extLst>
                  <a:ext uri="{FF2B5EF4-FFF2-40B4-BE49-F238E27FC236}">
                    <a16:creationId xmlns:a16="http://schemas.microsoft.com/office/drawing/2014/main" id="{814ACF54-DEC1-429C-85FA-022FE7302222}"/>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5" name="Freeform: Shape 324">
                <a:extLst>
                  <a:ext uri="{FF2B5EF4-FFF2-40B4-BE49-F238E27FC236}">
                    <a16:creationId xmlns:a16="http://schemas.microsoft.com/office/drawing/2014/main" id="{8E30803D-601A-44AA-8D2C-F89DB4ADF487}"/>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6" name="Freeform: Shape 325">
                <a:extLst>
                  <a:ext uri="{FF2B5EF4-FFF2-40B4-BE49-F238E27FC236}">
                    <a16:creationId xmlns:a16="http://schemas.microsoft.com/office/drawing/2014/main" id="{4E6EEE87-0C42-4413-8EA5-706C464D32B5}"/>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7" name="Freeform: Shape 326">
                <a:extLst>
                  <a:ext uri="{FF2B5EF4-FFF2-40B4-BE49-F238E27FC236}">
                    <a16:creationId xmlns:a16="http://schemas.microsoft.com/office/drawing/2014/main" id="{0832DF18-6AAF-4499-8D30-5A79B18EC003}"/>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8" name="Freeform: Shape 327">
                <a:extLst>
                  <a:ext uri="{FF2B5EF4-FFF2-40B4-BE49-F238E27FC236}">
                    <a16:creationId xmlns:a16="http://schemas.microsoft.com/office/drawing/2014/main" id="{4AD66F08-011B-4A20-B1E5-D3A9A35AA4EB}"/>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9" name="Freeform: Shape 328">
                <a:extLst>
                  <a:ext uri="{FF2B5EF4-FFF2-40B4-BE49-F238E27FC236}">
                    <a16:creationId xmlns:a16="http://schemas.microsoft.com/office/drawing/2014/main" id="{BBD23BB3-08F2-47BC-B141-4E6ED9492AA2}"/>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0" name="Freeform: Shape 329">
                <a:extLst>
                  <a:ext uri="{FF2B5EF4-FFF2-40B4-BE49-F238E27FC236}">
                    <a16:creationId xmlns:a16="http://schemas.microsoft.com/office/drawing/2014/main" id="{B3CE711A-2069-42C1-98C4-4508B5943F6A}"/>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1" name="Freeform: Shape 330">
                <a:extLst>
                  <a:ext uri="{FF2B5EF4-FFF2-40B4-BE49-F238E27FC236}">
                    <a16:creationId xmlns:a16="http://schemas.microsoft.com/office/drawing/2014/main" id="{26B8F21B-C222-4784-8D4C-7D5D24EA1F38}"/>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2" name="Freeform: Shape 331">
                <a:extLst>
                  <a:ext uri="{FF2B5EF4-FFF2-40B4-BE49-F238E27FC236}">
                    <a16:creationId xmlns:a16="http://schemas.microsoft.com/office/drawing/2014/main" id="{58C4C653-04CF-45EA-92F4-3B76B0AA9719}"/>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3" name="Freeform: Shape 332">
                <a:extLst>
                  <a:ext uri="{FF2B5EF4-FFF2-40B4-BE49-F238E27FC236}">
                    <a16:creationId xmlns:a16="http://schemas.microsoft.com/office/drawing/2014/main" id="{755FD61D-1008-46FD-86B1-4F633814A453}"/>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4" name="Freeform: Shape 333">
                <a:extLst>
                  <a:ext uri="{FF2B5EF4-FFF2-40B4-BE49-F238E27FC236}">
                    <a16:creationId xmlns:a16="http://schemas.microsoft.com/office/drawing/2014/main" id="{A3DBC891-2610-4AC1-B1D3-806E504EF435}"/>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5" name="Freeform: Shape 334">
                <a:extLst>
                  <a:ext uri="{FF2B5EF4-FFF2-40B4-BE49-F238E27FC236}">
                    <a16:creationId xmlns:a16="http://schemas.microsoft.com/office/drawing/2014/main" id="{4D9F77CB-AC06-45E2-B791-BA0A7FC6A6C5}"/>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6" name="Freeform: Shape 335">
                <a:extLst>
                  <a:ext uri="{FF2B5EF4-FFF2-40B4-BE49-F238E27FC236}">
                    <a16:creationId xmlns:a16="http://schemas.microsoft.com/office/drawing/2014/main" id="{9006458F-4478-468F-ADDA-3A1A260F2798}"/>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7" name="Freeform: Shape 336">
                <a:extLst>
                  <a:ext uri="{FF2B5EF4-FFF2-40B4-BE49-F238E27FC236}">
                    <a16:creationId xmlns:a16="http://schemas.microsoft.com/office/drawing/2014/main" id="{366818E9-6C2E-4220-8542-BD64F8B7EE81}"/>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8" name="Freeform: Shape 337">
                <a:extLst>
                  <a:ext uri="{FF2B5EF4-FFF2-40B4-BE49-F238E27FC236}">
                    <a16:creationId xmlns:a16="http://schemas.microsoft.com/office/drawing/2014/main" id="{BD7BF3C8-FAD3-44BA-A91A-7FCE6DCE83E9}"/>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9" name="Freeform: Shape 338">
                <a:extLst>
                  <a:ext uri="{FF2B5EF4-FFF2-40B4-BE49-F238E27FC236}">
                    <a16:creationId xmlns:a16="http://schemas.microsoft.com/office/drawing/2014/main" id="{A675950D-FE3F-4100-8304-02525FC59CA4}"/>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0" name="Freeform: Shape 339">
                <a:extLst>
                  <a:ext uri="{FF2B5EF4-FFF2-40B4-BE49-F238E27FC236}">
                    <a16:creationId xmlns:a16="http://schemas.microsoft.com/office/drawing/2014/main" id="{67959628-A9E4-4868-B5C4-02A208D9EABC}"/>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1" name="Freeform: Shape 340">
                <a:extLst>
                  <a:ext uri="{FF2B5EF4-FFF2-40B4-BE49-F238E27FC236}">
                    <a16:creationId xmlns:a16="http://schemas.microsoft.com/office/drawing/2014/main" id="{ADECC7F1-0F45-486A-A990-EB276BB3384F}"/>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2" name="Freeform: Shape 341">
                <a:extLst>
                  <a:ext uri="{FF2B5EF4-FFF2-40B4-BE49-F238E27FC236}">
                    <a16:creationId xmlns:a16="http://schemas.microsoft.com/office/drawing/2014/main" id="{1245F143-DC77-4399-A4A7-A1F3B3918032}"/>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3" name="Freeform: Shape 342">
                <a:extLst>
                  <a:ext uri="{FF2B5EF4-FFF2-40B4-BE49-F238E27FC236}">
                    <a16:creationId xmlns:a16="http://schemas.microsoft.com/office/drawing/2014/main" id="{475F08F8-55E9-4206-9AAE-E916FC31406E}"/>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4" name="Freeform: Shape 343">
                <a:extLst>
                  <a:ext uri="{FF2B5EF4-FFF2-40B4-BE49-F238E27FC236}">
                    <a16:creationId xmlns:a16="http://schemas.microsoft.com/office/drawing/2014/main" id="{B161936D-1B88-4DE0-9773-06D8E71E803C}"/>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5" name="Freeform: Shape 344">
                <a:extLst>
                  <a:ext uri="{FF2B5EF4-FFF2-40B4-BE49-F238E27FC236}">
                    <a16:creationId xmlns:a16="http://schemas.microsoft.com/office/drawing/2014/main" id="{D9EA60CC-AC1F-49D4-94B1-48FD127B43A7}"/>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6" name="Freeform: Shape 345">
                <a:extLst>
                  <a:ext uri="{FF2B5EF4-FFF2-40B4-BE49-F238E27FC236}">
                    <a16:creationId xmlns:a16="http://schemas.microsoft.com/office/drawing/2014/main" id="{56AE36DF-ED72-4751-A123-9AD7BA0CEEE0}"/>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7" name="Freeform: Shape 346">
                <a:extLst>
                  <a:ext uri="{FF2B5EF4-FFF2-40B4-BE49-F238E27FC236}">
                    <a16:creationId xmlns:a16="http://schemas.microsoft.com/office/drawing/2014/main" id="{856DA2E5-CBAE-4B4F-A30B-DFC1EE9B592C}"/>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8" name="Freeform: Shape 347">
                <a:extLst>
                  <a:ext uri="{FF2B5EF4-FFF2-40B4-BE49-F238E27FC236}">
                    <a16:creationId xmlns:a16="http://schemas.microsoft.com/office/drawing/2014/main" id="{5E60101A-81EF-48E2-B67D-EB8847278D98}"/>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9" name="Freeform: Shape 348">
                <a:extLst>
                  <a:ext uri="{FF2B5EF4-FFF2-40B4-BE49-F238E27FC236}">
                    <a16:creationId xmlns:a16="http://schemas.microsoft.com/office/drawing/2014/main" id="{623BF631-A52C-4AAD-B012-1FD678A1F657}"/>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0" name="Freeform: Shape 349">
                <a:extLst>
                  <a:ext uri="{FF2B5EF4-FFF2-40B4-BE49-F238E27FC236}">
                    <a16:creationId xmlns:a16="http://schemas.microsoft.com/office/drawing/2014/main" id="{3BA8C092-E3E4-4EA7-A73A-3BB13B493E2D}"/>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1" name="Freeform: Shape 350">
                <a:extLst>
                  <a:ext uri="{FF2B5EF4-FFF2-40B4-BE49-F238E27FC236}">
                    <a16:creationId xmlns:a16="http://schemas.microsoft.com/office/drawing/2014/main" id="{E4D5F4C5-FFAD-41D1-9E66-8DEA9AE3C68A}"/>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2" name="Freeform: Shape 351">
                <a:extLst>
                  <a:ext uri="{FF2B5EF4-FFF2-40B4-BE49-F238E27FC236}">
                    <a16:creationId xmlns:a16="http://schemas.microsoft.com/office/drawing/2014/main" id="{1B80E2AD-D598-4076-9A70-3FF60D761AAE}"/>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3" name="Freeform: Shape 352">
                <a:extLst>
                  <a:ext uri="{FF2B5EF4-FFF2-40B4-BE49-F238E27FC236}">
                    <a16:creationId xmlns:a16="http://schemas.microsoft.com/office/drawing/2014/main" id="{1E139F40-06E7-4E2F-A479-392BC2D27152}"/>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4" name="Freeform: Shape 353">
                <a:extLst>
                  <a:ext uri="{FF2B5EF4-FFF2-40B4-BE49-F238E27FC236}">
                    <a16:creationId xmlns:a16="http://schemas.microsoft.com/office/drawing/2014/main" id="{57B33B74-723F-44E4-8CF7-F68B6BBEE243}"/>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5" name="Freeform: Shape 354">
                <a:extLst>
                  <a:ext uri="{FF2B5EF4-FFF2-40B4-BE49-F238E27FC236}">
                    <a16:creationId xmlns:a16="http://schemas.microsoft.com/office/drawing/2014/main" id="{3300C380-880A-440E-AD73-941A859A69BF}"/>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6" name="Freeform: Shape 355">
                <a:extLst>
                  <a:ext uri="{FF2B5EF4-FFF2-40B4-BE49-F238E27FC236}">
                    <a16:creationId xmlns:a16="http://schemas.microsoft.com/office/drawing/2014/main" id="{8649CE7C-4F6C-4C19-9A37-881B022144B8}"/>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7" name="Freeform: Shape 356">
                <a:extLst>
                  <a:ext uri="{FF2B5EF4-FFF2-40B4-BE49-F238E27FC236}">
                    <a16:creationId xmlns:a16="http://schemas.microsoft.com/office/drawing/2014/main" id="{88A320C2-A1D9-4FC0-89CA-B951E12B32C0}"/>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nvGrpSpPr>
            <p:cNvPr id="19" name="Graphic 4">
              <a:extLst>
                <a:ext uri="{FF2B5EF4-FFF2-40B4-BE49-F238E27FC236}">
                  <a16:creationId xmlns:a16="http://schemas.microsoft.com/office/drawing/2014/main" id="{723EE676-95B0-40B5-BB3B-183555D2F1A1}"/>
                </a:ext>
              </a:extLst>
            </p:cNvPr>
            <p:cNvGrpSpPr/>
            <p:nvPr/>
          </p:nvGrpSpPr>
          <p:grpSpPr>
            <a:xfrm>
              <a:off x="10154386" y="4452483"/>
              <a:ext cx="1443404" cy="1443418"/>
              <a:chOff x="5734037" y="3067039"/>
              <a:chExt cx="724483" cy="724489"/>
            </a:xfrm>
            <a:grpFill/>
          </p:grpSpPr>
          <p:sp>
            <p:nvSpPr>
              <p:cNvPr id="20" name="Freeform: Shape 19">
                <a:extLst>
                  <a:ext uri="{FF2B5EF4-FFF2-40B4-BE49-F238E27FC236}">
                    <a16:creationId xmlns:a16="http://schemas.microsoft.com/office/drawing/2014/main" id="{13EE9E24-328D-4967-A7D6-9AD696D5C918}"/>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 name="Freeform: Shape 20">
                <a:extLst>
                  <a:ext uri="{FF2B5EF4-FFF2-40B4-BE49-F238E27FC236}">
                    <a16:creationId xmlns:a16="http://schemas.microsoft.com/office/drawing/2014/main" id="{7F066982-3E06-46AC-8C85-3AA30F5EFDB9}"/>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reeform: Shape 21">
                <a:extLst>
                  <a:ext uri="{FF2B5EF4-FFF2-40B4-BE49-F238E27FC236}">
                    <a16:creationId xmlns:a16="http://schemas.microsoft.com/office/drawing/2014/main" id="{E699AAE6-74C2-4138-8B31-465764562509}"/>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 name="Freeform: Shape 22">
                <a:extLst>
                  <a:ext uri="{FF2B5EF4-FFF2-40B4-BE49-F238E27FC236}">
                    <a16:creationId xmlns:a16="http://schemas.microsoft.com/office/drawing/2014/main" id="{2FB875D4-122F-435D-8C34-5FA4B0BBE089}"/>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 name="Freeform: Shape 23">
                <a:extLst>
                  <a:ext uri="{FF2B5EF4-FFF2-40B4-BE49-F238E27FC236}">
                    <a16:creationId xmlns:a16="http://schemas.microsoft.com/office/drawing/2014/main" id="{A1E1023F-42A9-42FC-86FB-4730DD3158D0}"/>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 name="Freeform: Shape 24">
                <a:extLst>
                  <a:ext uri="{FF2B5EF4-FFF2-40B4-BE49-F238E27FC236}">
                    <a16:creationId xmlns:a16="http://schemas.microsoft.com/office/drawing/2014/main" id="{219FA068-A7DA-424C-81C0-CCA59AFF2910}"/>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 name="Freeform: Shape 25">
                <a:extLst>
                  <a:ext uri="{FF2B5EF4-FFF2-40B4-BE49-F238E27FC236}">
                    <a16:creationId xmlns:a16="http://schemas.microsoft.com/office/drawing/2014/main" id="{76050C48-FA99-47E4-9729-B386AD54EA47}"/>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 name="Freeform: Shape 26">
                <a:extLst>
                  <a:ext uri="{FF2B5EF4-FFF2-40B4-BE49-F238E27FC236}">
                    <a16:creationId xmlns:a16="http://schemas.microsoft.com/office/drawing/2014/main" id="{A327ECE9-CE51-4C29-9AFB-D740BC96774A}"/>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 name="Freeform: Shape 27">
                <a:extLst>
                  <a:ext uri="{FF2B5EF4-FFF2-40B4-BE49-F238E27FC236}">
                    <a16:creationId xmlns:a16="http://schemas.microsoft.com/office/drawing/2014/main" id="{3314F941-FE16-4684-AD11-40031407E28F}"/>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 name="Freeform: Shape 28">
                <a:extLst>
                  <a:ext uri="{FF2B5EF4-FFF2-40B4-BE49-F238E27FC236}">
                    <a16:creationId xmlns:a16="http://schemas.microsoft.com/office/drawing/2014/main" id="{A12ED5B2-85E7-4C0F-911D-84166633F6CF}"/>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 name="Freeform: Shape 29">
                <a:extLst>
                  <a:ext uri="{FF2B5EF4-FFF2-40B4-BE49-F238E27FC236}">
                    <a16:creationId xmlns:a16="http://schemas.microsoft.com/office/drawing/2014/main" id="{E16B5A61-8CFF-4FDF-9B21-09C8297A4DAB}"/>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 name="Freeform: Shape 30">
                <a:extLst>
                  <a:ext uri="{FF2B5EF4-FFF2-40B4-BE49-F238E27FC236}">
                    <a16:creationId xmlns:a16="http://schemas.microsoft.com/office/drawing/2014/main" id="{CE0A8595-93E1-4499-86A8-9B43B07C11D1}"/>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 name="Freeform: Shape 31">
                <a:extLst>
                  <a:ext uri="{FF2B5EF4-FFF2-40B4-BE49-F238E27FC236}">
                    <a16:creationId xmlns:a16="http://schemas.microsoft.com/office/drawing/2014/main" id="{2C380735-19C3-47FA-978D-3E9904679374}"/>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 name="Freeform: Shape 32">
                <a:extLst>
                  <a:ext uri="{FF2B5EF4-FFF2-40B4-BE49-F238E27FC236}">
                    <a16:creationId xmlns:a16="http://schemas.microsoft.com/office/drawing/2014/main" id="{CA6B2F2B-1750-4093-AD58-D2AA9CF8266F}"/>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 name="Freeform: Shape 33">
                <a:extLst>
                  <a:ext uri="{FF2B5EF4-FFF2-40B4-BE49-F238E27FC236}">
                    <a16:creationId xmlns:a16="http://schemas.microsoft.com/office/drawing/2014/main" id="{AB32A52B-3F30-43A0-88FD-9AB3DD78B034}"/>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 name="Freeform: Shape 34">
                <a:extLst>
                  <a:ext uri="{FF2B5EF4-FFF2-40B4-BE49-F238E27FC236}">
                    <a16:creationId xmlns:a16="http://schemas.microsoft.com/office/drawing/2014/main" id="{C94B2563-F4BE-4780-ABE8-8359DBB2371F}"/>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6" name="Freeform: Shape 35">
                <a:extLst>
                  <a:ext uri="{FF2B5EF4-FFF2-40B4-BE49-F238E27FC236}">
                    <a16:creationId xmlns:a16="http://schemas.microsoft.com/office/drawing/2014/main" id="{372DFDDB-1231-49CA-84CA-E4BE438A3182}"/>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reeform: Shape 36">
                <a:extLst>
                  <a:ext uri="{FF2B5EF4-FFF2-40B4-BE49-F238E27FC236}">
                    <a16:creationId xmlns:a16="http://schemas.microsoft.com/office/drawing/2014/main" id="{930DEA24-357A-4CE2-A894-9CC59149E6BB}"/>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8" name="Freeform: Shape 37">
                <a:extLst>
                  <a:ext uri="{FF2B5EF4-FFF2-40B4-BE49-F238E27FC236}">
                    <a16:creationId xmlns:a16="http://schemas.microsoft.com/office/drawing/2014/main" id="{5334C62D-A806-464B-86FF-63BA4B4B7DB0}"/>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9" name="Freeform: Shape 38">
                <a:extLst>
                  <a:ext uri="{FF2B5EF4-FFF2-40B4-BE49-F238E27FC236}">
                    <a16:creationId xmlns:a16="http://schemas.microsoft.com/office/drawing/2014/main" id="{DC0AE61D-5513-4496-AF95-4F1FA2D368B3}"/>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7D604D00-5107-4CA5-8461-DBF2520C1636}"/>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ABF1B949-6E40-46C3-BCE9-DA2A24C5D2AF}"/>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9C0D9DE4-3D59-4B4F-8054-99080988D424}"/>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DF2EC95B-927F-4B94-B878-CD68D0DC4E24}"/>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4" name="Freeform: Shape 43">
                <a:extLst>
                  <a:ext uri="{FF2B5EF4-FFF2-40B4-BE49-F238E27FC236}">
                    <a16:creationId xmlns:a16="http://schemas.microsoft.com/office/drawing/2014/main" id="{7001FEFB-AE24-4CF7-8EEF-084BCD466D81}"/>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5" name="Freeform: Shape 44">
                <a:extLst>
                  <a:ext uri="{FF2B5EF4-FFF2-40B4-BE49-F238E27FC236}">
                    <a16:creationId xmlns:a16="http://schemas.microsoft.com/office/drawing/2014/main" id="{459BD4F3-A5E1-4F7D-A7AB-EF6BED5BE889}"/>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6" name="Freeform: Shape 45">
                <a:extLst>
                  <a:ext uri="{FF2B5EF4-FFF2-40B4-BE49-F238E27FC236}">
                    <a16:creationId xmlns:a16="http://schemas.microsoft.com/office/drawing/2014/main" id="{F1687F6E-4940-4782-A3A7-5C9C1552BF4B}"/>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7" name="Freeform: Shape 46">
                <a:extLst>
                  <a:ext uri="{FF2B5EF4-FFF2-40B4-BE49-F238E27FC236}">
                    <a16:creationId xmlns:a16="http://schemas.microsoft.com/office/drawing/2014/main" id="{BEC7FFDC-A904-44D2-8F0B-91A5C76CC514}"/>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8" name="Freeform: Shape 47">
                <a:extLst>
                  <a:ext uri="{FF2B5EF4-FFF2-40B4-BE49-F238E27FC236}">
                    <a16:creationId xmlns:a16="http://schemas.microsoft.com/office/drawing/2014/main" id="{EA15C8BC-5975-40E1-A988-EB34FBCF078A}"/>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9" name="Freeform: Shape 48">
                <a:extLst>
                  <a:ext uri="{FF2B5EF4-FFF2-40B4-BE49-F238E27FC236}">
                    <a16:creationId xmlns:a16="http://schemas.microsoft.com/office/drawing/2014/main" id="{371BAC0D-2BF9-4781-A7BB-06AA16D0E6C2}"/>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0" name="Freeform: Shape 49">
                <a:extLst>
                  <a:ext uri="{FF2B5EF4-FFF2-40B4-BE49-F238E27FC236}">
                    <a16:creationId xmlns:a16="http://schemas.microsoft.com/office/drawing/2014/main" id="{8FD04182-650D-498F-A066-FE4C0FA6DA1E}"/>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1" name="Freeform: Shape 50">
                <a:extLst>
                  <a:ext uri="{FF2B5EF4-FFF2-40B4-BE49-F238E27FC236}">
                    <a16:creationId xmlns:a16="http://schemas.microsoft.com/office/drawing/2014/main" id="{6E839DFF-01B4-4B5E-9910-024EC8FE1DA7}"/>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2" name="Freeform: Shape 51">
                <a:extLst>
                  <a:ext uri="{FF2B5EF4-FFF2-40B4-BE49-F238E27FC236}">
                    <a16:creationId xmlns:a16="http://schemas.microsoft.com/office/drawing/2014/main" id="{0C100C3D-5A4C-4D50-AAEC-07A4457548DE}"/>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3" name="Freeform: Shape 52">
                <a:extLst>
                  <a:ext uri="{FF2B5EF4-FFF2-40B4-BE49-F238E27FC236}">
                    <a16:creationId xmlns:a16="http://schemas.microsoft.com/office/drawing/2014/main" id="{C8647050-08AF-4BD8-87C4-CA230312901B}"/>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4" name="Freeform: Shape 53">
                <a:extLst>
                  <a:ext uri="{FF2B5EF4-FFF2-40B4-BE49-F238E27FC236}">
                    <a16:creationId xmlns:a16="http://schemas.microsoft.com/office/drawing/2014/main" id="{9A0F33E0-AADA-44E2-A5AC-31DF5EE3D381}"/>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5" name="Freeform: Shape 54">
                <a:extLst>
                  <a:ext uri="{FF2B5EF4-FFF2-40B4-BE49-F238E27FC236}">
                    <a16:creationId xmlns:a16="http://schemas.microsoft.com/office/drawing/2014/main" id="{32C8FA1D-A02A-4388-9886-69EBC58C077E}"/>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6" name="Freeform: Shape 55">
                <a:extLst>
                  <a:ext uri="{FF2B5EF4-FFF2-40B4-BE49-F238E27FC236}">
                    <a16:creationId xmlns:a16="http://schemas.microsoft.com/office/drawing/2014/main" id="{99421FD3-355A-4629-BFAD-527ECD82EE07}"/>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7" name="Freeform: Shape 56">
                <a:extLst>
                  <a:ext uri="{FF2B5EF4-FFF2-40B4-BE49-F238E27FC236}">
                    <a16:creationId xmlns:a16="http://schemas.microsoft.com/office/drawing/2014/main" id="{2AB71DCF-EB57-4B33-9FF7-11CA0CB96573}"/>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8" name="Freeform: Shape 57">
                <a:extLst>
                  <a:ext uri="{FF2B5EF4-FFF2-40B4-BE49-F238E27FC236}">
                    <a16:creationId xmlns:a16="http://schemas.microsoft.com/office/drawing/2014/main" id="{CE86AA54-A444-4823-A6DC-491E77E34B4A}"/>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9" name="Freeform: Shape 58">
                <a:extLst>
                  <a:ext uri="{FF2B5EF4-FFF2-40B4-BE49-F238E27FC236}">
                    <a16:creationId xmlns:a16="http://schemas.microsoft.com/office/drawing/2014/main" id="{750E2DF6-23A6-4192-BD64-7997AABE595B}"/>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0" name="Freeform: Shape 59">
                <a:extLst>
                  <a:ext uri="{FF2B5EF4-FFF2-40B4-BE49-F238E27FC236}">
                    <a16:creationId xmlns:a16="http://schemas.microsoft.com/office/drawing/2014/main" id="{DC3D9758-1EA4-43A6-8375-DDED592A9AB6}"/>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1" name="Freeform: Shape 60">
                <a:extLst>
                  <a:ext uri="{FF2B5EF4-FFF2-40B4-BE49-F238E27FC236}">
                    <a16:creationId xmlns:a16="http://schemas.microsoft.com/office/drawing/2014/main" id="{1DFC1416-C64A-4C0B-8898-ABAABA0FCBC2}"/>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2" name="Freeform: Shape 61">
                <a:extLst>
                  <a:ext uri="{FF2B5EF4-FFF2-40B4-BE49-F238E27FC236}">
                    <a16:creationId xmlns:a16="http://schemas.microsoft.com/office/drawing/2014/main" id="{D2A221D1-7EAA-4907-A58E-8E81E7BA4748}"/>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3" name="Freeform: Shape 62">
                <a:extLst>
                  <a:ext uri="{FF2B5EF4-FFF2-40B4-BE49-F238E27FC236}">
                    <a16:creationId xmlns:a16="http://schemas.microsoft.com/office/drawing/2014/main" id="{AAC899B4-B060-44A9-9E5E-60A775CE2D41}"/>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4" name="Freeform: Shape 63">
                <a:extLst>
                  <a:ext uri="{FF2B5EF4-FFF2-40B4-BE49-F238E27FC236}">
                    <a16:creationId xmlns:a16="http://schemas.microsoft.com/office/drawing/2014/main" id="{F68A0E9C-6E97-4889-8C4E-1771D6465B4D}"/>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5" name="Freeform: Shape 64">
                <a:extLst>
                  <a:ext uri="{FF2B5EF4-FFF2-40B4-BE49-F238E27FC236}">
                    <a16:creationId xmlns:a16="http://schemas.microsoft.com/office/drawing/2014/main" id="{D705A29F-351D-4D7D-AB5F-B6A24011D559}"/>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6" name="Freeform: Shape 65">
                <a:extLst>
                  <a:ext uri="{FF2B5EF4-FFF2-40B4-BE49-F238E27FC236}">
                    <a16:creationId xmlns:a16="http://schemas.microsoft.com/office/drawing/2014/main" id="{EC0BB292-2828-40AB-A869-CF6D114F0630}"/>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7" name="Freeform: Shape 66">
                <a:extLst>
                  <a:ext uri="{FF2B5EF4-FFF2-40B4-BE49-F238E27FC236}">
                    <a16:creationId xmlns:a16="http://schemas.microsoft.com/office/drawing/2014/main" id="{78EEFC2A-B463-4C2F-8D33-BA746EEC561E}"/>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8" name="Freeform: Shape 67">
                <a:extLst>
                  <a:ext uri="{FF2B5EF4-FFF2-40B4-BE49-F238E27FC236}">
                    <a16:creationId xmlns:a16="http://schemas.microsoft.com/office/drawing/2014/main" id="{669784EC-901F-43E1-9785-CA274A2E37AE}"/>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9" name="Freeform: Shape 68">
                <a:extLst>
                  <a:ext uri="{FF2B5EF4-FFF2-40B4-BE49-F238E27FC236}">
                    <a16:creationId xmlns:a16="http://schemas.microsoft.com/office/drawing/2014/main" id="{EA79E5A7-5CA0-40FF-86F1-17C44CDA5EE3}"/>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0" name="Freeform: Shape 69">
                <a:extLst>
                  <a:ext uri="{FF2B5EF4-FFF2-40B4-BE49-F238E27FC236}">
                    <a16:creationId xmlns:a16="http://schemas.microsoft.com/office/drawing/2014/main" id="{CA733E24-831B-4F88-B794-2CBF062D1F34}"/>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1" name="Freeform: Shape 70">
                <a:extLst>
                  <a:ext uri="{FF2B5EF4-FFF2-40B4-BE49-F238E27FC236}">
                    <a16:creationId xmlns:a16="http://schemas.microsoft.com/office/drawing/2014/main" id="{6C529298-268D-4F6A-8278-B794C72F612D}"/>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2" name="Freeform: Shape 71">
                <a:extLst>
                  <a:ext uri="{FF2B5EF4-FFF2-40B4-BE49-F238E27FC236}">
                    <a16:creationId xmlns:a16="http://schemas.microsoft.com/office/drawing/2014/main" id="{9025A9CB-F748-49F6-BD88-DACA23F6D574}"/>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3" name="Freeform: Shape 72">
                <a:extLst>
                  <a:ext uri="{FF2B5EF4-FFF2-40B4-BE49-F238E27FC236}">
                    <a16:creationId xmlns:a16="http://schemas.microsoft.com/office/drawing/2014/main" id="{54D26918-0834-40FF-888A-16AB573AB42D}"/>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4" name="Freeform: Shape 73">
                <a:extLst>
                  <a:ext uri="{FF2B5EF4-FFF2-40B4-BE49-F238E27FC236}">
                    <a16:creationId xmlns:a16="http://schemas.microsoft.com/office/drawing/2014/main" id="{3BA0D0AD-9F3E-4A88-AD9A-027E61780550}"/>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5" name="Freeform: Shape 74">
                <a:extLst>
                  <a:ext uri="{FF2B5EF4-FFF2-40B4-BE49-F238E27FC236}">
                    <a16:creationId xmlns:a16="http://schemas.microsoft.com/office/drawing/2014/main" id="{C89DCC43-513D-49FC-AF25-83BBD29B7661}"/>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6" name="Freeform: Shape 75">
                <a:extLst>
                  <a:ext uri="{FF2B5EF4-FFF2-40B4-BE49-F238E27FC236}">
                    <a16:creationId xmlns:a16="http://schemas.microsoft.com/office/drawing/2014/main" id="{AFEAF63A-AFBF-4F67-88D7-ADA3D9E00FC4}"/>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7" name="Freeform: Shape 76">
                <a:extLst>
                  <a:ext uri="{FF2B5EF4-FFF2-40B4-BE49-F238E27FC236}">
                    <a16:creationId xmlns:a16="http://schemas.microsoft.com/office/drawing/2014/main" id="{448DE51B-423E-482E-903E-5139E42BDD4C}"/>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8" name="Freeform: Shape 77">
                <a:extLst>
                  <a:ext uri="{FF2B5EF4-FFF2-40B4-BE49-F238E27FC236}">
                    <a16:creationId xmlns:a16="http://schemas.microsoft.com/office/drawing/2014/main" id="{5449ADB8-318D-4965-814B-D6A13F780F1D}"/>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9" name="Freeform: Shape 78">
                <a:extLst>
                  <a:ext uri="{FF2B5EF4-FFF2-40B4-BE49-F238E27FC236}">
                    <a16:creationId xmlns:a16="http://schemas.microsoft.com/office/drawing/2014/main" id="{FD514D12-AA49-408C-BEE1-BBCF4C036159}"/>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0" name="Freeform: Shape 79">
                <a:extLst>
                  <a:ext uri="{FF2B5EF4-FFF2-40B4-BE49-F238E27FC236}">
                    <a16:creationId xmlns:a16="http://schemas.microsoft.com/office/drawing/2014/main" id="{05A785BE-E570-4DB4-8F7F-0AC9077116D8}"/>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1" name="Freeform: Shape 80">
                <a:extLst>
                  <a:ext uri="{FF2B5EF4-FFF2-40B4-BE49-F238E27FC236}">
                    <a16:creationId xmlns:a16="http://schemas.microsoft.com/office/drawing/2014/main" id="{97E79511-3F2F-4B2E-8830-7B7F555DA83E}"/>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2" name="Freeform: Shape 81">
                <a:extLst>
                  <a:ext uri="{FF2B5EF4-FFF2-40B4-BE49-F238E27FC236}">
                    <a16:creationId xmlns:a16="http://schemas.microsoft.com/office/drawing/2014/main" id="{DB7310B7-0080-4264-91E4-C548107F6D72}"/>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3" name="Freeform: Shape 82">
                <a:extLst>
                  <a:ext uri="{FF2B5EF4-FFF2-40B4-BE49-F238E27FC236}">
                    <a16:creationId xmlns:a16="http://schemas.microsoft.com/office/drawing/2014/main" id="{45FF82DB-4737-404E-9ACA-B19B6A089EA8}"/>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4" name="Freeform: Shape 83">
                <a:extLst>
                  <a:ext uri="{FF2B5EF4-FFF2-40B4-BE49-F238E27FC236}">
                    <a16:creationId xmlns:a16="http://schemas.microsoft.com/office/drawing/2014/main" id="{43A6BFE2-F1B0-4924-9302-9DA895CA44C3}"/>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5" name="Freeform: Shape 84">
                <a:extLst>
                  <a:ext uri="{FF2B5EF4-FFF2-40B4-BE49-F238E27FC236}">
                    <a16:creationId xmlns:a16="http://schemas.microsoft.com/office/drawing/2014/main" id="{9CDDEDDC-F6C4-4D85-8B8D-DA09731DAC62}"/>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6" name="Freeform: Shape 85">
                <a:extLst>
                  <a:ext uri="{FF2B5EF4-FFF2-40B4-BE49-F238E27FC236}">
                    <a16:creationId xmlns:a16="http://schemas.microsoft.com/office/drawing/2014/main" id="{DA23F74A-EE1B-414F-A58F-CB49D8A32924}"/>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7" name="Freeform: Shape 86">
                <a:extLst>
                  <a:ext uri="{FF2B5EF4-FFF2-40B4-BE49-F238E27FC236}">
                    <a16:creationId xmlns:a16="http://schemas.microsoft.com/office/drawing/2014/main" id="{56AFD036-E68B-45F9-9B76-E4B3A4B50800}"/>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8" name="Freeform: Shape 87">
                <a:extLst>
                  <a:ext uri="{FF2B5EF4-FFF2-40B4-BE49-F238E27FC236}">
                    <a16:creationId xmlns:a16="http://schemas.microsoft.com/office/drawing/2014/main" id="{2ACC9D1B-CB8B-4193-B702-DA68B92DE9F9}"/>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9" name="Freeform: Shape 88">
                <a:extLst>
                  <a:ext uri="{FF2B5EF4-FFF2-40B4-BE49-F238E27FC236}">
                    <a16:creationId xmlns:a16="http://schemas.microsoft.com/office/drawing/2014/main" id="{0FBC88AB-930A-4D32-8DB1-82563BFF0EAE}"/>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0" name="Freeform: Shape 89">
                <a:extLst>
                  <a:ext uri="{FF2B5EF4-FFF2-40B4-BE49-F238E27FC236}">
                    <a16:creationId xmlns:a16="http://schemas.microsoft.com/office/drawing/2014/main" id="{74274EB1-FC6D-4C4D-965D-DEBA45892216}"/>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1" name="Freeform: Shape 90">
                <a:extLst>
                  <a:ext uri="{FF2B5EF4-FFF2-40B4-BE49-F238E27FC236}">
                    <a16:creationId xmlns:a16="http://schemas.microsoft.com/office/drawing/2014/main" id="{FE4E35D8-7704-40DC-A190-5B4E8BE44974}"/>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2" name="Freeform: Shape 91">
                <a:extLst>
                  <a:ext uri="{FF2B5EF4-FFF2-40B4-BE49-F238E27FC236}">
                    <a16:creationId xmlns:a16="http://schemas.microsoft.com/office/drawing/2014/main" id="{EDB1E803-1D4D-4912-BA76-9EF947E19AF0}"/>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3" name="Freeform: Shape 92">
                <a:extLst>
                  <a:ext uri="{FF2B5EF4-FFF2-40B4-BE49-F238E27FC236}">
                    <a16:creationId xmlns:a16="http://schemas.microsoft.com/office/drawing/2014/main" id="{7E241842-A248-438B-B3B4-37A05240BCBE}"/>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4" name="Freeform: Shape 93">
                <a:extLst>
                  <a:ext uri="{FF2B5EF4-FFF2-40B4-BE49-F238E27FC236}">
                    <a16:creationId xmlns:a16="http://schemas.microsoft.com/office/drawing/2014/main" id="{C6E092F6-1BFE-4656-9029-9A2EEE8F79FD}"/>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5" name="Freeform: Shape 94">
                <a:extLst>
                  <a:ext uri="{FF2B5EF4-FFF2-40B4-BE49-F238E27FC236}">
                    <a16:creationId xmlns:a16="http://schemas.microsoft.com/office/drawing/2014/main" id="{F4A890A0-353B-4CBB-8FD1-059BE94011AD}"/>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6" name="Freeform: Shape 95">
                <a:extLst>
                  <a:ext uri="{FF2B5EF4-FFF2-40B4-BE49-F238E27FC236}">
                    <a16:creationId xmlns:a16="http://schemas.microsoft.com/office/drawing/2014/main" id="{6EFA174A-A4E5-4264-BD07-007305986AAF}"/>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7" name="Freeform: Shape 96">
                <a:extLst>
                  <a:ext uri="{FF2B5EF4-FFF2-40B4-BE49-F238E27FC236}">
                    <a16:creationId xmlns:a16="http://schemas.microsoft.com/office/drawing/2014/main" id="{3FBAD25F-2FFC-4CEC-9B8A-5ED34707E666}"/>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8" name="Freeform: Shape 97">
                <a:extLst>
                  <a:ext uri="{FF2B5EF4-FFF2-40B4-BE49-F238E27FC236}">
                    <a16:creationId xmlns:a16="http://schemas.microsoft.com/office/drawing/2014/main" id="{342EF4A1-21C1-45D4-B700-6EA4BF21BE00}"/>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9" name="Freeform: Shape 98">
                <a:extLst>
                  <a:ext uri="{FF2B5EF4-FFF2-40B4-BE49-F238E27FC236}">
                    <a16:creationId xmlns:a16="http://schemas.microsoft.com/office/drawing/2014/main" id="{B2CCF840-70EA-4C9C-848E-B27B79A75DB1}"/>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0" name="Freeform: Shape 99">
                <a:extLst>
                  <a:ext uri="{FF2B5EF4-FFF2-40B4-BE49-F238E27FC236}">
                    <a16:creationId xmlns:a16="http://schemas.microsoft.com/office/drawing/2014/main" id="{8E311D1C-5934-4C97-809E-E996B3845BA4}"/>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1" name="Freeform: Shape 100">
                <a:extLst>
                  <a:ext uri="{FF2B5EF4-FFF2-40B4-BE49-F238E27FC236}">
                    <a16:creationId xmlns:a16="http://schemas.microsoft.com/office/drawing/2014/main" id="{B13F883A-929B-46F7-A9A8-547ACE9C0471}"/>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2" name="Freeform: Shape 101">
                <a:extLst>
                  <a:ext uri="{FF2B5EF4-FFF2-40B4-BE49-F238E27FC236}">
                    <a16:creationId xmlns:a16="http://schemas.microsoft.com/office/drawing/2014/main" id="{16D72D9D-260C-42C4-B864-6AFFB236A12B}"/>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3" name="Freeform: Shape 102">
                <a:extLst>
                  <a:ext uri="{FF2B5EF4-FFF2-40B4-BE49-F238E27FC236}">
                    <a16:creationId xmlns:a16="http://schemas.microsoft.com/office/drawing/2014/main" id="{57F62680-33C3-4510-A3B0-40F179FCEF84}"/>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4" name="Freeform: Shape 103">
                <a:extLst>
                  <a:ext uri="{FF2B5EF4-FFF2-40B4-BE49-F238E27FC236}">
                    <a16:creationId xmlns:a16="http://schemas.microsoft.com/office/drawing/2014/main" id="{8C3F6DBC-3B3A-429F-A49A-485EF9960069}"/>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5" name="Freeform: Shape 104">
                <a:extLst>
                  <a:ext uri="{FF2B5EF4-FFF2-40B4-BE49-F238E27FC236}">
                    <a16:creationId xmlns:a16="http://schemas.microsoft.com/office/drawing/2014/main" id="{09CFDDBA-E518-4324-B18A-EF6E4B50B845}"/>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6" name="Freeform: Shape 105">
                <a:extLst>
                  <a:ext uri="{FF2B5EF4-FFF2-40B4-BE49-F238E27FC236}">
                    <a16:creationId xmlns:a16="http://schemas.microsoft.com/office/drawing/2014/main" id="{C8579CBC-E6AF-4829-AA1D-7B277821341A}"/>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7" name="Freeform: Shape 106">
                <a:extLst>
                  <a:ext uri="{FF2B5EF4-FFF2-40B4-BE49-F238E27FC236}">
                    <a16:creationId xmlns:a16="http://schemas.microsoft.com/office/drawing/2014/main" id="{F4F87C77-9949-468A-9B86-3D4A3CB1D080}"/>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8" name="Freeform: Shape 107">
                <a:extLst>
                  <a:ext uri="{FF2B5EF4-FFF2-40B4-BE49-F238E27FC236}">
                    <a16:creationId xmlns:a16="http://schemas.microsoft.com/office/drawing/2014/main" id="{C0DAD71F-08D6-41FB-93B2-448EB15BCB30}"/>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9" name="Freeform: Shape 108">
                <a:extLst>
                  <a:ext uri="{FF2B5EF4-FFF2-40B4-BE49-F238E27FC236}">
                    <a16:creationId xmlns:a16="http://schemas.microsoft.com/office/drawing/2014/main" id="{BFE5B582-FC98-4E72-9AFF-067166B79359}"/>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0" name="Freeform: Shape 109">
                <a:extLst>
                  <a:ext uri="{FF2B5EF4-FFF2-40B4-BE49-F238E27FC236}">
                    <a16:creationId xmlns:a16="http://schemas.microsoft.com/office/drawing/2014/main" id="{AA87FE08-67A7-40C4-BA28-5C87D875EB1A}"/>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1" name="Freeform: Shape 110">
                <a:extLst>
                  <a:ext uri="{FF2B5EF4-FFF2-40B4-BE49-F238E27FC236}">
                    <a16:creationId xmlns:a16="http://schemas.microsoft.com/office/drawing/2014/main" id="{601F8489-E1AB-4730-8A77-EFF164E47BCC}"/>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2" name="Freeform: Shape 111">
                <a:extLst>
                  <a:ext uri="{FF2B5EF4-FFF2-40B4-BE49-F238E27FC236}">
                    <a16:creationId xmlns:a16="http://schemas.microsoft.com/office/drawing/2014/main" id="{D3E2442A-D936-4EBA-A666-6E82DB2DA28A}"/>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3" name="Freeform: Shape 112">
                <a:extLst>
                  <a:ext uri="{FF2B5EF4-FFF2-40B4-BE49-F238E27FC236}">
                    <a16:creationId xmlns:a16="http://schemas.microsoft.com/office/drawing/2014/main" id="{2E891E37-78A2-43D1-99C0-5F53AC4AD9D4}"/>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4" name="Freeform: Shape 113">
                <a:extLst>
                  <a:ext uri="{FF2B5EF4-FFF2-40B4-BE49-F238E27FC236}">
                    <a16:creationId xmlns:a16="http://schemas.microsoft.com/office/drawing/2014/main" id="{FF5FE9C1-0A9F-4E0A-8F9E-3EF3223F9E09}"/>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5" name="Freeform: Shape 114">
                <a:extLst>
                  <a:ext uri="{FF2B5EF4-FFF2-40B4-BE49-F238E27FC236}">
                    <a16:creationId xmlns:a16="http://schemas.microsoft.com/office/drawing/2014/main" id="{57C2FED7-F344-47E5-BB1E-E7CB26B335F8}"/>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6" name="Freeform: Shape 115">
                <a:extLst>
                  <a:ext uri="{FF2B5EF4-FFF2-40B4-BE49-F238E27FC236}">
                    <a16:creationId xmlns:a16="http://schemas.microsoft.com/office/drawing/2014/main" id="{C95DD38F-B4B9-40A1-B7BD-EDF00AFD64F9}"/>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7" name="Freeform: Shape 116">
                <a:extLst>
                  <a:ext uri="{FF2B5EF4-FFF2-40B4-BE49-F238E27FC236}">
                    <a16:creationId xmlns:a16="http://schemas.microsoft.com/office/drawing/2014/main" id="{B1334E03-6B96-4D5A-8314-2AAB15396089}"/>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8" name="Freeform: Shape 117">
                <a:extLst>
                  <a:ext uri="{FF2B5EF4-FFF2-40B4-BE49-F238E27FC236}">
                    <a16:creationId xmlns:a16="http://schemas.microsoft.com/office/drawing/2014/main" id="{59EFDAF0-6330-4D40-B4E4-57C5891A998C}"/>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9" name="Freeform: Shape 118">
                <a:extLst>
                  <a:ext uri="{FF2B5EF4-FFF2-40B4-BE49-F238E27FC236}">
                    <a16:creationId xmlns:a16="http://schemas.microsoft.com/office/drawing/2014/main" id="{6EDDC210-93CC-4464-BDA2-3CC18C0C693B}"/>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0" name="Freeform: Shape 119">
                <a:extLst>
                  <a:ext uri="{FF2B5EF4-FFF2-40B4-BE49-F238E27FC236}">
                    <a16:creationId xmlns:a16="http://schemas.microsoft.com/office/drawing/2014/main" id="{9E521203-1A0B-470B-B729-1B8B0AFF5A39}"/>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1" name="Freeform: Shape 120">
                <a:extLst>
                  <a:ext uri="{FF2B5EF4-FFF2-40B4-BE49-F238E27FC236}">
                    <a16:creationId xmlns:a16="http://schemas.microsoft.com/office/drawing/2014/main" id="{091C18AB-4BE0-4C09-ABC6-05334DF7826F}"/>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2" name="Freeform: Shape 121">
                <a:extLst>
                  <a:ext uri="{FF2B5EF4-FFF2-40B4-BE49-F238E27FC236}">
                    <a16:creationId xmlns:a16="http://schemas.microsoft.com/office/drawing/2014/main" id="{4EA1AE17-D725-411E-AFAC-60B5A959DF4E}"/>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3" name="Freeform: Shape 122">
                <a:extLst>
                  <a:ext uri="{FF2B5EF4-FFF2-40B4-BE49-F238E27FC236}">
                    <a16:creationId xmlns:a16="http://schemas.microsoft.com/office/drawing/2014/main" id="{6D6D2AB0-DEA8-4510-96C2-B8547E8A7DD6}"/>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4" name="Freeform: Shape 123">
                <a:extLst>
                  <a:ext uri="{FF2B5EF4-FFF2-40B4-BE49-F238E27FC236}">
                    <a16:creationId xmlns:a16="http://schemas.microsoft.com/office/drawing/2014/main" id="{5D2C70B9-3A29-4A3F-B9E2-02A556FB509F}"/>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5" name="Freeform: Shape 124">
                <a:extLst>
                  <a:ext uri="{FF2B5EF4-FFF2-40B4-BE49-F238E27FC236}">
                    <a16:creationId xmlns:a16="http://schemas.microsoft.com/office/drawing/2014/main" id="{B7B5EA85-B9B6-47B1-9156-980D6B0EE597}"/>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6" name="Freeform: Shape 125">
                <a:extLst>
                  <a:ext uri="{FF2B5EF4-FFF2-40B4-BE49-F238E27FC236}">
                    <a16:creationId xmlns:a16="http://schemas.microsoft.com/office/drawing/2014/main" id="{2C8DB9BF-A31E-45AC-8271-73868A63504C}"/>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7" name="Freeform: Shape 126">
                <a:extLst>
                  <a:ext uri="{FF2B5EF4-FFF2-40B4-BE49-F238E27FC236}">
                    <a16:creationId xmlns:a16="http://schemas.microsoft.com/office/drawing/2014/main" id="{3F5BC346-9C8F-4FC2-884E-BC40B09E9461}"/>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8" name="Freeform: Shape 127">
                <a:extLst>
                  <a:ext uri="{FF2B5EF4-FFF2-40B4-BE49-F238E27FC236}">
                    <a16:creationId xmlns:a16="http://schemas.microsoft.com/office/drawing/2014/main" id="{4E18F1FE-B933-45C8-9F4F-53DCCC1FA2CA}"/>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9" name="Freeform: Shape 128">
                <a:extLst>
                  <a:ext uri="{FF2B5EF4-FFF2-40B4-BE49-F238E27FC236}">
                    <a16:creationId xmlns:a16="http://schemas.microsoft.com/office/drawing/2014/main" id="{8CF9F0AF-3E92-4593-88F2-0A9691F8FEA5}"/>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0" name="Freeform: Shape 129">
                <a:extLst>
                  <a:ext uri="{FF2B5EF4-FFF2-40B4-BE49-F238E27FC236}">
                    <a16:creationId xmlns:a16="http://schemas.microsoft.com/office/drawing/2014/main" id="{5F8E407F-7C3D-4C6D-A845-CE6C18A4E19E}"/>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1" name="Freeform: Shape 130">
                <a:extLst>
                  <a:ext uri="{FF2B5EF4-FFF2-40B4-BE49-F238E27FC236}">
                    <a16:creationId xmlns:a16="http://schemas.microsoft.com/office/drawing/2014/main" id="{65B86F18-3F82-406B-A6B8-73508323F5B1}"/>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2" name="Freeform: Shape 131">
                <a:extLst>
                  <a:ext uri="{FF2B5EF4-FFF2-40B4-BE49-F238E27FC236}">
                    <a16:creationId xmlns:a16="http://schemas.microsoft.com/office/drawing/2014/main" id="{282DBE01-A20A-44FA-B824-6B6AE5B47541}"/>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3" name="Freeform: Shape 132">
                <a:extLst>
                  <a:ext uri="{FF2B5EF4-FFF2-40B4-BE49-F238E27FC236}">
                    <a16:creationId xmlns:a16="http://schemas.microsoft.com/office/drawing/2014/main" id="{525BA03A-821A-451C-974A-5BC54F600152}"/>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4" name="Freeform: Shape 133">
                <a:extLst>
                  <a:ext uri="{FF2B5EF4-FFF2-40B4-BE49-F238E27FC236}">
                    <a16:creationId xmlns:a16="http://schemas.microsoft.com/office/drawing/2014/main" id="{C4A1A8AE-42A8-458F-9647-2B1E0080C328}"/>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5" name="Freeform: Shape 134">
                <a:extLst>
                  <a:ext uri="{FF2B5EF4-FFF2-40B4-BE49-F238E27FC236}">
                    <a16:creationId xmlns:a16="http://schemas.microsoft.com/office/drawing/2014/main" id="{1061C57A-74C4-42DF-837D-4BD2480F5637}"/>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6" name="Freeform: Shape 135">
                <a:extLst>
                  <a:ext uri="{FF2B5EF4-FFF2-40B4-BE49-F238E27FC236}">
                    <a16:creationId xmlns:a16="http://schemas.microsoft.com/office/drawing/2014/main" id="{2E72CD8D-308B-4DA6-A9E9-29C5289A64AF}"/>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7" name="Freeform: Shape 136">
                <a:extLst>
                  <a:ext uri="{FF2B5EF4-FFF2-40B4-BE49-F238E27FC236}">
                    <a16:creationId xmlns:a16="http://schemas.microsoft.com/office/drawing/2014/main" id="{67DA1353-3400-4417-AE74-101830D91305}"/>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8" name="Freeform: Shape 137">
                <a:extLst>
                  <a:ext uri="{FF2B5EF4-FFF2-40B4-BE49-F238E27FC236}">
                    <a16:creationId xmlns:a16="http://schemas.microsoft.com/office/drawing/2014/main" id="{780402F0-99E7-4BC1-8B33-8C28B061254B}"/>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9" name="Freeform: Shape 138">
                <a:extLst>
                  <a:ext uri="{FF2B5EF4-FFF2-40B4-BE49-F238E27FC236}">
                    <a16:creationId xmlns:a16="http://schemas.microsoft.com/office/drawing/2014/main" id="{D8F0B222-EDEC-4F73-BFBF-EEF77FCEFE6D}"/>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0" name="Freeform: Shape 139">
                <a:extLst>
                  <a:ext uri="{FF2B5EF4-FFF2-40B4-BE49-F238E27FC236}">
                    <a16:creationId xmlns:a16="http://schemas.microsoft.com/office/drawing/2014/main" id="{99DFF4C5-2EF0-4C23-99F5-6FBA3C2FDECA}"/>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1" name="Freeform: Shape 140">
                <a:extLst>
                  <a:ext uri="{FF2B5EF4-FFF2-40B4-BE49-F238E27FC236}">
                    <a16:creationId xmlns:a16="http://schemas.microsoft.com/office/drawing/2014/main" id="{42099B1E-BE83-48FA-A883-6B86E3781583}"/>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2" name="Freeform: Shape 141">
                <a:extLst>
                  <a:ext uri="{FF2B5EF4-FFF2-40B4-BE49-F238E27FC236}">
                    <a16:creationId xmlns:a16="http://schemas.microsoft.com/office/drawing/2014/main" id="{0642570B-F261-403D-8AE5-755725C5C683}"/>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3" name="Freeform: Shape 142">
                <a:extLst>
                  <a:ext uri="{FF2B5EF4-FFF2-40B4-BE49-F238E27FC236}">
                    <a16:creationId xmlns:a16="http://schemas.microsoft.com/office/drawing/2014/main" id="{0289D3E0-1FCD-421F-B82C-57D48531197C}"/>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4" name="Freeform: Shape 143">
                <a:extLst>
                  <a:ext uri="{FF2B5EF4-FFF2-40B4-BE49-F238E27FC236}">
                    <a16:creationId xmlns:a16="http://schemas.microsoft.com/office/drawing/2014/main" id="{B0CDB835-A9B8-4DD1-8E4A-94CB352EBA4C}"/>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5" name="Freeform: Shape 144">
                <a:extLst>
                  <a:ext uri="{FF2B5EF4-FFF2-40B4-BE49-F238E27FC236}">
                    <a16:creationId xmlns:a16="http://schemas.microsoft.com/office/drawing/2014/main" id="{A959ACD8-7B03-425E-A568-DD933FE53D29}"/>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6" name="Freeform: Shape 145">
                <a:extLst>
                  <a:ext uri="{FF2B5EF4-FFF2-40B4-BE49-F238E27FC236}">
                    <a16:creationId xmlns:a16="http://schemas.microsoft.com/office/drawing/2014/main" id="{C1417EAD-6931-45DD-A71C-649A3A1E1742}"/>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7" name="Freeform: Shape 146">
                <a:extLst>
                  <a:ext uri="{FF2B5EF4-FFF2-40B4-BE49-F238E27FC236}">
                    <a16:creationId xmlns:a16="http://schemas.microsoft.com/office/drawing/2014/main" id="{3F8F5897-91C8-4949-B3E2-08E8C4D10561}"/>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8" name="Freeform: Shape 147">
                <a:extLst>
                  <a:ext uri="{FF2B5EF4-FFF2-40B4-BE49-F238E27FC236}">
                    <a16:creationId xmlns:a16="http://schemas.microsoft.com/office/drawing/2014/main" id="{818AF2B2-848E-432A-853D-4171DB436AB9}"/>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9" name="Freeform: Shape 148">
                <a:extLst>
                  <a:ext uri="{FF2B5EF4-FFF2-40B4-BE49-F238E27FC236}">
                    <a16:creationId xmlns:a16="http://schemas.microsoft.com/office/drawing/2014/main" id="{A95D8E15-C401-4021-A442-B2B29505E22D}"/>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0" name="Freeform: Shape 149">
                <a:extLst>
                  <a:ext uri="{FF2B5EF4-FFF2-40B4-BE49-F238E27FC236}">
                    <a16:creationId xmlns:a16="http://schemas.microsoft.com/office/drawing/2014/main" id="{91B6E7C4-CA47-4FE7-84A9-629E655725F3}"/>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1" name="Freeform: Shape 150">
                <a:extLst>
                  <a:ext uri="{FF2B5EF4-FFF2-40B4-BE49-F238E27FC236}">
                    <a16:creationId xmlns:a16="http://schemas.microsoft.com/office/drawing/2014/main" id="{AD49B82B-2837-42BA-9DE4-DF33E912C8C5}"/>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2" name="Freeform: Shape 151">
                <a:extLst>
                  <a:ext uri="{FF2B5EF4-FFF2-40B4-BE49-F238E27FC236}">
                    <a16:creationId xmlns:a16="http://schemas.microsoft.com/office/drawing/2014/main" id="{173AEBBC-7300-434A-90D2-797E21B1434C}"/>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3" name="Freeform: Shape 152">
                <a:extLst>
                  <a:ext uri="{FF2B5EF4-FFF2-40B4-BE49-F238E27FC236}">
                    <a16:creationId xmlns:a16="http://schemas.microsoft.com/office/drawing/2014/main" id="{079F400B-1FBB-4723-AE19-B242DD4F5F4D}"/>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4" name="Freeform: Shape 153">
                <a:extLst>
                  <a:ext uri="{FF2B5EF4-FFF2-40B4-BE49-F238E27FC236}">
                    <a16:creationId xmlns:a16="http://schemas.microsoft.com/office/drawing/2014/main" id="{F3220893-28AF-4796-89C4-497A3E0F7375}"/>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5" name="Freeform: Shape 154">
                <a:extLst>
                  <a:ext uri="{FF2B5EF4-FFF2-40B4-BE49-F238E27FC236}">
                    <a16:creationId xmlns:a16="http://schemas.microsoft.com/office/drawing/2014/main" id="{E37B6154-8BF3-4B1F-8CE6-4E1F92E2A756}"/>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6" name="Freeform: Shape 155">
                <a:extLst>
                  <a:ext uri="{FF2B5EF4-FFF2-40B4-BE49-F238E27FC236}">
                    <a16:creationId xmlns:a16="http://schemas.microsoft.com/office/drawing/2014/main" id="{AF054118-31C5-405F-98FD-C52552668115}"/>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7" name="Freeform: Shape 156">
                <a:extLst>
                  <a:ext uri="{FF2B5EF4-FFF2-40B4-BE49-F238E27FC236}">
                    <a16:creationId xmlns:a16="http://schemas.microsoft.com/office/drawing/2014/main" id="{BC580ECA-94B5-4EEE-8B3E-D13068010A85}"/>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8" name="Freeform: Shape 157">
                <a:extLst>
                  <a:ext uri="{FF2B5EF4-FFF2-40B4-BE49-F238E27FC236}">
                    <a16:creationId xmlns:a16="http://schemas.microsoft.com/office/drawing/2014/main" id="{B5EC5FD6-0D19-498D-BDFC-1C65B1405374}"/>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9" name="Freeform: Shape 158">
                <a:extLst>
                  <a:ext uri="{FF2B5EF4-FFF2-40B4-BE49-F238E27FC236}">
                    <a16:creationId xmlns:a16="http://schemas.microsoft.com/office/drawing/2014/main" id="{1F47A1FC-F8D5-4DF4-B1D1-0B0F9CD2BD6C}"/>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0" name="Freeform: Shape 159">
                <a:extLst>
                  <a:ext uri="{FF2B5EF4-FFF2-40B4-BE49-F238E27FC236}">
                    <a16:creationId xmlns:a16="http://schemas.microsoft.com/office/drawing/2014/main" id="{503D5622-B726-487F-B57C-23162F37592D}"/>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1" name="Freeform: Shape 160">
                <a:extLst>
                  <a:ext uri="{FF2B5EF4-FFF2-40B4-BE49-F238E27FC236}">
                    <a16:creationId xmlns:a16="http://schemas.microsoft.com/office/drawing/2014/main" id="{25E5A90C-2EF7-4B6F-A358-5BB4E600DD66}"/>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2" name="Freeform: Shape 161">
                <a:extLst>
                  <a:ext uri="{FF2B5EF4-FFF2-40B4-BE49-F238E27FC236}">
                    <a16:creationId xmlns:a16="http://schemas.microsoft.com/office/drawing/2014/main" id="{302D610A-8A29-4084-9D8E-4D2CC0453FA3}"/>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3" name="Freeform: Shape 162">
                <a:extLst>
                  <a:ext uri="{FF2B5EF4-FFF2-40B4-BE49-F238E27FC236}">
                    <a16:creationId xmlns:a16="http://schemas.microsoft.com/office/drawing/2014/main" id="{4512BE54-08BA-409A-9F16-0B3A63534F25}"/>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4" name="Freeform: Shape 163">
                <a:extLst>
                  <a:ext uri="{FF2B5EF4-FFF2-40B4-BE49-F238E27FC236}">
                    <a16:creationId xmlns:a16="http://schemas.microsoft.com/office/drawing/2014/main" id="{21517A1B-623C-4FB6-A8DE-C70DE126139A}"/>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5" name="Freeform: Shape 164">
                <a:extLst>
                  <a:ext uri="{FF2B5EF4-FFF2-40B4-BE49-F238E27FC236}">
                    <a16:creationId xmlns:a16="http://schemas.microsoft.com/office/drawing/2014/main" id="{8F788AA1-211E-4C56-B36D-9863A62BC9E9}"/>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6" name="Freeform: Shape 165">
                <a:extLst>
                  <a:ext uri="{FF2B5EF4-FFF2-40B4-BE49-F238E27FC236}">
                    <a16:creationId xmlns:a16="http://schemas.microsoft.com/office/drawing/2014/main" id="{8B12D240-C258-4FE9-A423-E46A6773F17B}"/>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7" name="Freeform: Shape 166">
                <a:extLst>
                  <a:ext uri="{FF2B5EF4-FFF2-40B4-BE49-F238E27FC236}">
                    <a16:creationId xmlns:a16="http://schemas.microsoft.com/office/drawing/2014/main" id="{1A0AAA9A-6C12-4257-AC9C-FBFA0F0EEE0F}"/>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8" name="Freeform: Shape 167">
                <a:extLst>
                  <a:ext uri="{FF2B5EF4-FFF2-40B4-BE49-F238E27FC236}">
                    <a16:creationId xmlns:a16="http://schemas.microsoft.com/office/drawing/2014/main" id="{61819836-2D65-4DA6-B1B2-20437FAD689A}"/>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9" name="Freeform: Shape 168">
                <a:extLst>
                  <a:ext uri="{FF2B5EF4-FFF2-40B4-BE49-F238E27FC236}">
                    <a16:creationId xmlns:a16="http://schemas.microsoft.com/office/drawing/2014/main" id="{F89C4CF7-D75F-44C1-BC4D-DE7AA1E0D642}"/>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0" name="Freeform: Shape 169">
                <a:extLst>
                  <a:ext uri="{FF2B5EF4-FFF2-40B4-BE49-F238E27FC236}">
                    <a16:creationId xmlns:a16="http://schemas.microsoft.com/office/drawing/2014/main" id="{A00CB392-768D-49BF-BA72-092945C55ACD}"/>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1" name="Freeform: Shape 170">
                <a:extLst>
                  <a:ext uri="{FF2B5EF4-FFF2-40B4-BE49-F238E27FC236}">
                    <a16:creationId xmlns:a16="http://schemas.microsoft.com/office/drawing/2014/main" id="{CF276FAA-41F5-4B48-9482-8481D80FD916}"/>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2" name="Freeform: Shape 171">
                <a:extLst>
                  <a:ext uri="{FF2B5EF4-FFF2-40B4-BE49-F238E27FC236}">
                    <a16:creationId xmlns:a16="http://schemas.microsoft.com/office/drawing/2014/main" id="{B023AAE1-1E09-438C-94E4-1AA2E1261749}"/>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3" name="Freeform: Shape 172">
                <a:extLst>
                  <a:ext uri="{FF2B5EF4-FFF2-40B4-BE49-F238E27FC236}">
                    <a16:creationId xmlns:a16="http://schemas.microsoft.com/office/drawing/2014/main" id="{6AF45571-CE43-461D-A8D7-2B47BADAC7A2}"/>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4" name="Freeform: Shape 173">
                <a:extLst>
                  <a:ext uri="{FF2B5EF4-FFF2-40B4-BE49-F238E27FC236}">
                    <a16:creationId xmlns:a16="http://schemas.microsoft.com/office/drawing/2014/main" id="{D5EB8CB6-6D13-433E-A200-C3F33606CBA0}"/>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5" name="Freeform: Shape 174">
                <a:extLst>
                  <a:ext uri="{FF2B5EF4-FFF2-40B4-BE49-F238E27FC236}">
                    <a16:creationId xmlns:a16="http://schemas.microsoft.com/office/drawing/2014/main" id="{F97E0D79-0FE9-4E61-B180-D44663AE43FB}"/>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6" name="Freeform: Shape 175">
                <a:extLst>
                  <a:ext uri="{FF2B5EF4-FFF2-40B4-BE49-F238E27FC236}">
                    <a16:creationId xmlns:a16="http://schemas.microsoft.com/office/drawing/2014/main" id="{0E7A30CB-3A49-440A-8BFF-DDECDE64AFB9}"/>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7" name="Freeform: Shape 176">
                <a:extLst>
                  <a:ext uri="{FF2B5EF4-FFF2-40B4-BE49-F238E27FC236}">
                    <a16:creationId xmlns:a16="http://schemas.microsoft.com/office/drawing/2014/main" id="{2C9C1DFA-72DD-49AD-8233-893910818926}"/>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8" name="Freeform: Shape 177">
                <a:extLst>
                  <a:ext uri="{FF2B5EF4-FFF2-40B4-BE49-F238E27FC236}">
                    <a16:creationId xmlns:a16="http://schemas.microsoft.com/office/drawing/2014/main" id="{01E06A40-B44B-42D2-8166-86EA71277133}"/>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9" name="Freeform: Shape 178">
                <a:extLst>
                  <a:ext uri="{FF2B5EF4-FFF2-40B4-BE49-F238E27FC236}">
                    <a16:creationId xmlns:a16="http://schemas.microsoft.com/office/drawing/2014/main" id="{AAD1390C-B164-4DA1-8585-4920E900C857}"/>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0" name="Freeform: Shape 179">
                <a:extLst>
                  <a:ext uri="{FF2B5EF4-FFF2-40B4-BE49-F238E27FC236}">
                    <a16:creationId xmlns:a16="http://schemas.microsoft.com/office/drawing/2014/main" id="{6E37C65D-A0AE-4C3D-871A-FC32207011DF}"/>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1" name="Freeform: Shape 180">
                <a:extLst>
                  <a:ext uri="{FF2B5EF4-FFF2-40B4-BE49-F238E27FC236}">
                    <a16:creationId xmlns:a16="http://schemas.microsoft.com/office/drawing/2014/main" id="{0F946D8A-AA88-4AD8-8CFC-060E4352D7C7}"/>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2" name="Freeform: Shape 181">
                <a:extLst>
                  <a:ext uri="{FF2B5EF4-FFF2-40B4-BE49-F238E27FC236}">
                    <a16:creationId xmlns:a16="http://schemas.microsoft.com/office/drawing/2014/main" id="{26C69E7E-139D-4304-9A47-E443E0325007}"/>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3" name="Freeform: Shape 182">
                <a:extLst>
                  <a:ext uri="{FF2B5EF4-FFF2-40B4-BE49-F238E27FC236}">
                    <a16:creationId xmlns:a16="http://schemas.microsoft.com/office/drawing/2014/main" id="{643619BB-998A-4688-9EA8-E1A29493B652}"/>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4" name="Freeform: Shape 183">
                <a:extLst>
                  <a:ext uri="{FF2B5EF4-FFF2-40B4-BE49-F238E27FC236}">
                    <a16:creationId xmlns:a16="http://schemas.microsoft.com/office/drawing/2014/main" id="{CA567F32-881E-43C4-BBB0-CDDAFDD276A3}"/>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5" name="Freeform: Shape 184">
                <a:extLst>
                  <a:ext uri="{FF2B5EF4-FFF2-40B4-BE49-F238E27FC236}">
                    <a16:creationId xmlns:a16="http://schemas.microsoft.com/office/drawing/2014/main" id="{D1E4C6D4-84CE-4DDC-AC0F-FEDBD9A4BC7B}"/>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6" name="Freeform: Shape 185">
                <a:extLst>
                  <a:ext uri="{FF2B5EF4-FFF2-40B4-BE49-F238E27FC236}">
                    <a16:creationId xmlns:a16="http://schemas.microsoft.com/office/drawing/2014/main" id="{0A2F5831-8F83-4A7E-8185-CA727AF7CAA1}"/>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7" name="Freeform: Shape 186">
                <a:extLst>
                  <a:ext uri="{FF2B5EF4-FFF2-40B4-BE49-F238E27FC236}">
                    <a16:creationId xmlns:a16="http://schemas.microsoft.com/office/drawing/2014/main" id="{33B1C91A-AFEE-4375-83C7-8C346ECB6CB6}"/>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8" name="Freeform: Shape 187">
                <a:extLst>
                  <a:ext uri="{FF2B5EF4-FFF2-40B4-BE49-F238E27FC236}">
                    <a16:creationId xmlns:a16="http://schemas.microsoft.com/office/drawing/2014/main" id="{8F328456-0E85-48D3-820F-81CCF861C7C0}"/>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spTree>
    <p:extLst>
      <p:ext uri="{BB962C8B-B14F-4D97-AF65-F5344CB8AC3E}">
        <p14:creationId xmlns:p14="http://schemas.microsoft.com/office/powerpoint/2010/main" val="2102103219"/>
      </p:ext>
    </p:extLst>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37" name="Freeform: Shape 36">
            <a:extLst>
              <a:ext uri="{FF2B5EF4-FFF2-40B4-BE49-F238E27FC236}">
                <a16:creationId xmlns:a16="http://schemas.microsoft.com/office/drawing/2014/main" id="{9B6909CF-743B-4DF1-8060-7377C3B0EC96}"/>
              </a:ext>
              <a:ext uri="{C183D7F6-B498-43B3-948B-1728B52AA6E4}">
                <adec:decorative xmlns:adec="http://schemas.microsoft.com/office/drawing/2017/decorative" val="1"/>
              </a:ext>
            </a:extLst>
          </p:cNvPr>
          <p:cNvSpPr/>
          <p:nvPr userDrawn="1"/>
        </p:nvSpPr>
        <p:spPr>
          <a:xfrm>
            <a:off x="1408103" y="-15159"/>
            <a:ext cx="4902679" cy="4616801"/>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nvGrpSpPr>
          <p:cNvPr id="38" name="Group 37">
            <a:extLst>
              <a:ext uri="{FF2B5EF4-FFF2-40B4-BE49-F238E27FC236}">
                <a16:creationId xmlns:a16="http://schemas.microsoft.com/office/drawing/2014/main" id="{5525794F-443C-40B3-AC9C-14F574B044C9}"/>
              </a:ext>
              <a:ext uri="{C183D7F6-B498-43B3-948B-1728B52AA6E4}">
                <adec:decorative xmlns:adec="http://schemas.microsoft.com/office/drawing/2017/decorative" val="1"/>
              </a:ext>
            </a:extLst>
          </p:cNvPr>
          <p:cNvGrpSpPr/>
          <p:nvPr userDrawn="1"/>
        </p:nvGrpSpPr>
        <p:grpSpPr>
          <a:xfrm>
            <a:off x="0" y="1479558"/>
            <a:ext cx="1861854" cy="717514"/>
            <a:chOff x="0" y="1479558"/>
            <a:chExt cx="1861854" cy="717514"/>
          </a:xfrm>
          <a:solidFill>
            <a:schemeClr val="tx1"/>
          </a:solidFill>
        </p:grpSpPr>
        <p:sp>
          <p:nvSpPr>
            <p:cNvPr id="39" name="Freeform: Shape 38">
              <a:extLst>
                <a:ext uri="{FF2B5EF4-FFF2-40B4-BE49-F238E27FC236}">
                  <a16:creationId xmlns:a16="http://schemas.microsoft.com/office/drawing/2014/main" id="{D60C3E59-61BE-442E-9897-D92166F40D31}"/>
                </a:ext>
              </a:extLst>
            </p:cNvPr>
            <p:cNvSpPr/>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12C7B4DA-5162-484A-9B4D-A784EF13976B}"/>
                </a:ext>
              </a:extLst>
            </p:cNvPr>
            <p:cNvSpPr/>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41" name="Freeform: Shape 40">
            <a:extLst>
              <a:ext uri="{FF2B5EF4-FFF2-40B4-BE49-F238E27FC236}">
                <a16:creationId xmlns:a16="http://schemas.microsoft.com/office/drawing/2014/main" id="{1E3F66BB-BDA3-4747-BDE0-3D814CBE5AF5}"/>
              </a:ext>
              <a:ext uri="{C183D7F6-B498-43B3-948B-1728B52AA6E4}">
                <adec:decorative xmlns:adec="http://schemas.microsoft.com/office/drawing/2017/decorative" val="1"/>
              </a:ext>
            </a:extLst>
          </p:cNvPr>
          <p:cNvSpPr/>
          <p:nvPr userDrawn="1"/>
        </p:nvSpPr>
        <p:spPr>
          <a:xfrm>
            <a:off x="1417246" y="-12193"/>
            <a:ext cx="4902679" cy="4616801"/>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useBgFill="1">
        <p:nvSpPr>
          <p:cNvPr id="42" name="Freeform: Shape 41">
            <a:extLst>
              <a:ext uri="{FF2B5EF4-FFF2-40B4-BE49-F238E27FC236}">
                <a16:creationId xmlns:a16="http://schemas.microsoft.com/office/drawing/2014/main" id="{FA21FCC9-56C2-419C-BADF-9C928DDAD289}"/>
              </a:ext>
              <a:ext uri="{C183D7F6-B498-43B3-948B-1728B52AA6E4}">
                <adec:decorative xmlns:adec="http://schemas.microsoft.com/office/drawing/2017/decorative" val="1"/>
              </a:ext>
            </a:extLst>
          </p:cNvPr>
          <p:cNvSpPr/>
          <p:nvPr userDrawn="1"/>
        </p:nvSpPr>
        <p:spPr>
          <a:xfrm>
            <a:off x="1305243" y="-12192"/>
            <a:ext cx="4902678" cy="4544235"/>
          </a:xfrm>
          <a:custGeom>
            <a:avLst/>
            <a:gdLst>
              <a:gd name="connsiteX0" fmla="*/ 1529549 w 6355652"/>
              <a:gd name="connsiteY0" fmla="*/ 0 h 5890980"/>
              <a:gd name="connsiteX1" fmla="*/ 4826104 w 6355652"/>
              <a:gd name="connsiteY1" fmla="*/ 0 h 5890980"/>
              <a:gd name="connsiteX2" fmla="*/ 4954579 w 6355652"/>
              <a:gd name="connsiteY2" fmla="*/ 78051 h 5890980"/>
              <a:gd name="connsiteX3" fmla="*/ 6355652 w 6355652"/>
              <a:gd name="connsiteY3" fmla="*/ 2713154 h 5890980"/>
              <a:gd name="connsiteX4" fmla="*/ 3177826 w 6355652"/>
              <a:gd name="connsiteY4" fmla="*/ 5890980 h 5890980"/>
              <a:gd name="connsiteX5" fmla="*/ 0 w 6355652"/>
              <a:gd name="connsiteY5" fmla="*/ 2713154 h 5890980"/>
              <a:gd name="connsiteX6" fmla="*/ 1401073 w 6355652"/>
              <a:gd name="connsiteY6" fmla="*/ 78051 h 589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5890980">
                <a:moveTo>
                  <a:pt x="1529549" y="0"/>
                </a:moveTo>
                <a:lnTo>
                  <a:pt x="4826104" y="0"/>
                </a:lnTo>
                <a:lnTo>
                  <a:pt x="4954579" y="78051"/>
                </a:lnTo>
                <a:cubicBezTo>
                  <a:pt x="5799886" y="649129"/>
                  <a:pt x="6355652" y="1616239"/>
                  <a:pt x="6355652" y="2713154"/>
                </a:cubicBezTo>
                <a:cubicBezTo>
                  <a:pt x="6355652" y="4468219"/>
                  <a:pt x="4932891" y="5890980"/>
                  <a:pt x="3177826" y="5890980"/>
                </a:cubicBezTo>
                <a:cubicBezTo>
                  <a:pt x="1422761" y="5890980"/>
                  <a:pt x="0" y="4468219"/>
                  <a:pt x="0" y="2713154"/>
                </a:cubicBezTo>
                <a:cubicBezTo>
                  <a:pt x="0" y="1616239"/>
                  <a:pt x="555766" y="649129"/>
                  <a:pt x="1401073" y="78051"/>
                </a:cubicBezTo>
                <a:close/>
              </a:path>
            </a:pathLst>
          </a:cu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3" name="Title 1">
            <a:extLst>
              <a:ext uri="{FF2B5EF4-FFF2-40B4-BE49-F238E27FC236}">
                <a16:creationId xmlns:a16="http://schemas.microsoft.com/office/drawing/2014/main" id="{464FCAEB-7D76-4806-B8EA-F97A887CED73}"/>
              </a:ext>
            </a:extLst>
          </p:cNvPr>
          <p:cNvSpPr>
            <a:spLocks noGrp="1"/>
          </p:cNvSpPr>
          <p:nvPr>
            <p:ph type="ctrTitle" hasCustomPrompt="1"/>
          </p:nvPr>
        </p:nvSpPr>
        <p:spPr>
          <a:xfrm>
            <a:off x="1760765" y="324937"/>
            <a:ext cx="4024032" cy="2885715"/>
          </a:xfrm>
        </p:spPr>
        <p:txBody>
          <a:bodyPr/>
          <a:lstStyle>
            <a:lvl1pPr algn="ctr">
              <a:defRPr sz="6000" b="1" spc="1500" baseline="0"/>
            </a:lvl1pPr>
          </a:lstStyle>
          <a:p>
            <a:r>
              <a:rPr lang="en-US" dirty="0"/>
              <a:t>CLICK</a:t>
            </a:r>
            <a:br>
              <a:rPr lang="en-US" dirty="0"/>
            </a:br>
            <a:r>
              <a:rPr lang="en-US" dirty="0"/>
              <a:t>TO ADD TITLE</a:t>
            </a:r>
          </a:p>
        </p:txBody>
      </p:sp>
      <p:sp>
        <p:nvSpPr>
          <p:cNvPr id="44" name="Subtitle 2">
            <a:extLst>
              <a:ext uri="{FF2B5EF4-FFF2-40B4-BE49-F238E27FC236}">
                <a16:creationId xmlns:a16="http://schemas.microsoft.com/office/drawing/2014/main" id="{192D33E3-D5C6-4492-9AB0-13294FD469B1}"/>
              </a:ext>
            </a:extLst>
          </p:cNvPr>
          <p:cNvSpPr>
            <a:spLocks noGrp="1"/>
          </p:cNvSpPr>
          <p:nvPr>
            <p:ph type="subTitle" idx="1" hasCustomPrompt="1"/>
          </p:nvPr>
        </p:nvSpPr>
        <p:spPr>
          <a:xfrm>
            <a:off x="1760765" y="3166312"/>
            <a:ext cx="4024032" cy="771802"/>
          </a:xfrm>
        </p:spPr>
        <p:txBody>
          <a:bodyPr/>
          <a:lstStyle>
            <a:lvl1pPr algn="ctr">
              <a:buFontTx/>
              <a:buNone/>
              <a:defRPr sz="2400" spc="400" baseline="0"/>
            </a:lvl1pPr>
          </a:lstStyle>
          <a:p>
            <a:r>
              <a:rPr lang="en-US" dirty="0"/>
              <a:t>CLICK TO ADD SUBTITLE</a:t>
            </a:r>
          </a:p>
        </p:txBody>
      </p:sp>
      <p:sp>
        <p:nvSpPr>
          <p:cNvPr id="45" name="Graphic 212">
            <a:extLst>
              <a:ext uri="{FF2B5EF4-FFF2-40B4-BE49-F238E27FC236}">
                <a16:creationId xmlns:a16="http://schemas.microsoft.com/office/drawing/2014/main" id="{55253C8E-0DF4-4187-8CFA-8E892B59BEC2}"/>
              </a:ext>
              <a:ext uri="{C183D7F6-B498-43B3-948B-1728B52AA6E4}">
                <adec:decorative xmlns:adec="http://schemas.microsoft.com/office/drawing/2017/decorative" val="1"/>
              </a:ext>
            </a:extLst>
          </p:cNvPr>
          <p:cNvSpPr/>
          <p:nvPr userDrawn="1"/>
        </p:nvSpPr>
        <p:spPr>
          <a:xfrm>
            <a:off x="7649933" y="15505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6" name="Graphic 212">
            <a:extLst>
              <a:ext uri="{FF2B5EF4-FFF2-40B4-BE49-F238E27FC236}">
                <a16:creationId xmlns:a16="http://schemas.microsoft.com/office/drawing/2014/main" id="{3E81479D-EC31-42B5-A3A1-02155919F878}"/>
              </a:ext>
              <a:ext uri="{C183D7F6-B498-43B3-948B-1728B52AA6E4}">
                <adec:decorative xmlns:adec="http://schemas.microsoft.com/office/drawing/2017/decorative" val="1"/>
              </a:ext>
            </a:extLst>
          </p:cNvPr>
          <p:cNvSpPr/>
          <p:nvPr userDrawn="1"/>
        </p:nvSpPr>
        <p:spPr>
          <a:xfrm>
            <a:off x="7649933" y="15505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4" name="Oval 53">
            <a:extLst>
              <a:ext uri="{FF2B5EF4-FFF2-40B4-BE49-F238E27FC236}">
                <a16:creationId xmlns:a16="http://schemas.microsoft.com/office/drawing/2014/main" id="{95B72045-B7EA-46A3-BFC1-BED5E2661ABF}"/>
              </a:ext>
              <a:ext uri="{C183D7F6-B498-43B3-948B-1728B52AA6E4}">
                <adec:decorative xmlns:adec="http://schemas.microsoft.com/office/drawing/2017/decorative" val="1"/>
              </a:ext>
            </a:extLst>
          </p:cNvPr>
          <p:cNvSpPr/>
          <p:nvPr userDrawn="1"/>
        </p:nvSpPr>
        <p:spPr>
          <a:xfrm>
            <a:off x="4369124" y="5424608"/>
            <a:ext cx="319941" cy="31994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5" name="Oval 54">
            <a:extLst>
              <a:ext uri="{FF2B5EF4-FFF2-40B4-BE49-F238E27FC236}">
                <a16:creationId xmlns:a16="http://schemas.microsoft.com/office/drawing/2014/main" id="{0F04D741-7B27-4605-B65D-7E8A12D22C5E}"/>
              </a:ext>
              <a:ext uri="{C183D7F6-B498-43B3-948B-1728B52AA6E4}">
                <adec:decorative xmlns:adec="http://schemas.microsoft.com/office/drawing/2017/decorative" val="1"/>
              </a:ext>
            </a:extLst>
          </p:cNvPr>
          <p:cNvSpPr/>
          <p:nvPr userDrawn="1"/>
        </p:nvSpPr>
        <p:spPr>
          <a:xfrm>
            <a:off x="4369124" y="5424608"/>
            <a:ext cx="319941" cy="319941"/>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61" name="Picture Placeholder 60">
            <a:extLst>
              <a:ext uri="{FF2B5EF4-FFF2-40B4-BE49-F238E27FC236}">
                <a16:creationId xmlns:a16="http://schemas.microsoft.com/office/drawing/2014/main" id="{F0483D74-29C5-49E3-B816-46CBA8A93093}"/>
              </a:ext>
            </a:extLst>
          </p:cNvPr>
          <p:cNvSpPr>
            <a:spLocks noGrp="1"/>
          </p:cNvSpPr>
          <p:nvPr>
            <p:ph type="pic" sz="quarter" idx="13"/>
          </p:nvPr>
        </p:nvSpPr>
        <p:spPr>
          <a:xfrm>
            <a:off x="6601855" y="2313765"/>
            <a:ext cx="4773089" cy="4544235"/>
          </a:xfrm>
          <a:custGeom>
            <a:avLst/>
            <a:gdLst>
              <a:gd name="connsiteX0" fmla="*/ 2386544 w 4773089"/>
              <a:gd name="connsiteY0" fmla="*/ 0 h 4544235"/>
              <a:gd name="connsiteX1" fmla="*/ 4773089 w 4773089"/>
              <a:gd name="connsiteY1" fmla="*/ 2386545 h 4544235"/>
              <a:gd name="connsiteX2" fmla="*/ 3524113 w 4773089"/>
              <a:gd name="connsiteY2" fmla="*/ 4485046 h 4544235"/>
              <a:gd name="connsiteX3" fmla="*/ 3401244 w 4773089"/>
              <a:gd name="connsiteY3" fmla="*/ 4544235 h 4544235"/>
              <a:gd name="connsiteX4" fmla="*/ 1371845 w 4773089"/>
              <a:gd name="connsiteY4" fmla="*/ 4544235 h 4544235"/>
              <a:gd name="connsiteX5" fmla="*/ 1248976 w 4773089"/>
              <a:gd name="connsiteY5" fmla="*/ 4485046 h 4544235"/>
              <a:gd name="connsiteX6" fmla="*/ 0 w 4773089"/>
              <a:gd name="connsiteY6" fmla="*/ 2386545 h 4544235"/>
              <a:gd name="connsiteX7" fmla="*/ 2386544 w 4773089"/>
              <a:gd name="connsiteY7" fmla="*/ 0 h 4544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3089" h="4544235">
                <a:moveTo>
                  <a:pt x="2386544" y="0"/>
                </a:moveTo>
                <a:cubicBezTo>
                  <a:pt x="3704596" y="0"/>
                  <a:pt x="4773089" y="1068494"/>
                  <a:pt x="4773089" y="2386545"/>
                </a:cubicBezTo>
                <a:cubicBezTo>
                  <a:pt x="4773089" y="3292705"/>
                  <a:pt x="4268059" y="4080910"/>
                  <a:pt x="3524113" y="4485046"/>
                </a:cubicBezTo>
                <a:lnTo>
                  <a:pt x="3401244" y="4544235"/>
                </a:lnTo>
                <a:lnTo>
                  <a:pt x="1371845" y="4544235"/>
                </a:lnTo>
                <a:lnTo>
                  <a:pt x="1248976" y="4485046"/>
                </a:lnTo>
                <a:cubicBezTo>
                  <a:pt x="505030" y="4080910"/>
                  <a:pt x="0" y="3292705"/>
                  <a:pt x="0" y="2386545"/>
                </a:cubicBezTo>
                <a:cubicBezTo>
                  <a:pt x="0" y="1068494"/>
                  <a:pt x="1068494" y="0"/>
                  <a:pt x="2386544" y="0"/>
                </a:cubicBezTo>
                <a:close/>
              </a:path>
            </a:pathLst>
          </a:custGeom>
          <a:noFill/>
        </p:spPr>
        <p:txBody>
          <a:bodyPr wrap="square">
            <a:noAutofit/>
          </a:bodyPr>
          <a:lstStyle>
            <a:lvl1pPr algn="ctr">
              <a:buFontTx/>
              <a:buNone/>
              <a:defRPr/>
            </a:lvl1pPr>
          </a:lstStyle>
          <a:p>
            <a:endParaRPr lang="en-US" dirty="0"/>
          </a:p>
          <a:p>
            <a:endParaRPr lang="en-US" dirty="0"/>
          </a:p>
          <a:p>
            <a:endParaRPr lang="en-US" dirty="0"/>
          </a:p>
          <a:p>
            <a:r>
              <a:rPr lang="en-US" dirty="0"/>
              <a:t>CLICK TO ADD PHOTO</a:t>
            </a:r>
          </a:p>
        </p:txBody>
      </p:sp>
      <p:grpSp>
        <p:nvGrpSpPr>
          <p:cNvPr id="15" name="Graphic 185">
            <a:extLst>
              <a:ext uri="{FF2B5EF4-FFF2-40B4-BE49-F238E27FC236}">
                <a16:creationId xmlns:a16="http://schemas.microsoft.com/office/drawing/2014/main" id="{9659A986-3E9F-4994-8D36-D1B503E2C7A1}"/>
              </a:ext>
              <a:ext uri="{C183D7F6-B498-43B3-948B-1728B52AA6E4}">
                <adec:decorative xmlns:adec="http://schemas.microsoft.com/office/drawing/2017/decorative" val="1"/>
              </a:ext>
            </a:extLst>
          </p:cNvPr>
          <p:cNvGrpSpPr/>
          <p:nvPr userDrawn="1"/>
        </p:nvGrpSpPr>
        <p:grpSpPr>
          <a:xfrm>
            <a:off x="10847710" y="6388311"/>
            <a:ext cx="1054467" cy="469689"/>
            <a:chOff x="9841624" y="4115729"/>
            <a:chExt cx="602170" cy="268223"/>
          </a:xfrm>
          <a:solidFill>
            <a:schemeClr val="tx1"/>
          </a:solidFill>
        </p:grpSpPr>
        <p:sp>
          <p:nvSpPr>
            <p:cNvPr id="16" name="Freeform: Shape 15">
              <a:extLst>
                <a:ext uri="{FF2B5EF4-FFF2-40B4-BE49-F238E27FC236}">
                  <a16:creationId xmlns:a16="http://schemas.microsoft.com/office/drawing/2014/main" id="{6F426D1A-9389-46FC-B066-C6E591C89C7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67883ED4-0FCB-4F63-84F4-0C4F06DC1C24}"/>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A9B6A69C-E38F-4A2E-8302-8744909FCD5D}"/>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BE1B19A3-9111-4F40-98B6-8EEE7D1CE04E}"/>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reeform: Shape 19">
              <a:extLst>
                <a:ext uri="{FF2B5EF4-FFF2-40B4-BE49-F238E27FC236}">
                  <a16:creationId xmlns:a16="http://schemas.microsoft.com/office/drawing/2014/main" id="{630653FA-2CEA-4F48-8C3D-AB750074BF33}"/>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spTree>
    <p:extLst>
      <p:ext uri="{BB962C8B-B14F-4D97-AF65-F5344CB8AC3E}">
        <p14:creationId xmlns:p14="http://schemas.microsoft.com/office/powerpoint/2010/main" val="4125298846"/>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grpSp>
        <p:nvGrpSpPr>
          <p:cNvPr id="23" name="Graphic 38">
            <a:extLst>
              <a:ext uri="{FF2B5EF4-FFF2-40B4-BE49-F238E27FC236}">
                <a16:creationId xmlns:a16="http://schemas.microsoft.com/office/drawing/2014/main" id="{3E8CD31A-1394-452A-9559-656ECA14585A}"/>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24" name="Freeform: Shape 23">
              <a:extLst>
                <a:ext uri="{FF2B5EF4-FFF2-40B4-BE49-F238E27FC236}">
                  <a16:creationId xmlns:a16="http://schemas.microsoft.com/office/drawing/2014/main" id="{85E4E1EC-F0F2-4B35-9091-2F6FA0A0F7A0}"/>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 name="Freeform: Shape 24">
              <a:extLst>
                <a:ext uri="{FF2B5EF4-FFF2-40B4-BE49-F238E27FC236}">
                  <a16:creationId xmlns:a16="http://schemas.microsoft.com/office/drawing/2014/main" id="{26AA8D4E-47DD-4F4A-A460-D2D3D52A6F83}"/>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grpSp>
        <p:nvGrpSpPr>
          <p:cNvPr id="26" name="Group 25">
            <a:extLst>
              <a:ext uri="{FF2B5EF4-FFF2-40B4-BE49-F238E27FC236}">
                <a16:creationId xmlns:a16="http://schemas.microsoft.com/office/drawing/2014/main" id="{4CDB39CA-1C6B-4D29-8511-53EB2EE2C24C}"/>
              </a:ext>
              <a:ext uri="{C183D7F6-B498-43B3-948B-1728B52AA6E4}">
                <adec:decorative xmlns:adec="http://schemas.microsoft.com/office/drawing/2017/decorative" val="1"/>
              </a:ext>
            </a:extLst>
          </p:cNvPr>
          <p:cNvGrpSpPr/>
          <p:nvPr userDrawn="1"/>
        </p:nvGrpSpPr>
        <p:grpSpPr>
          <a:xfrm>
            <a:off x="8553423" y="5619750"/>
            <a:ext cx="1295427" cy="1238250"/>
            <a:chOff x="3121343" y="4864099"/>
            <a:chExt cx="2085971" cy="1993901"/>
          </a:xfrm>
          <a:solidFill>
            <a:schemeClr val="accent3">
              <a:alpha val="20000"/>
            </a:schemeClr>
          </a:solidFill>
        </p:grpSpPr>
        <p:sp>
          <p:nvSpPr>
            <p:cNvPr id="27" name="Freeform: Shape 26">
              <a:extLst>
                <a:ext uri="{FF2B5EF4-FFF2-40B4-BE49-F238E27FC236}">
                  <a16:creationId xmlns:a16="http://schemas.microsoft.com/office/drawing/2014/main" id="{913293D6-0ECB-489A-A405-EAE446F30E8A}"/>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8" name="Freeform: Shape 27">
              <a:extLst>
                <a:ext uri="{FF2B5EF4-FFF2-40B4-BE49-F238E27FC236}">
                  <a16:creationId xmlns:a16="http://schemas.microsoft.com/office/drawing/2014/main" id="{84505F60-82CB-4E69-9408-A65B5BE7C98C}"/>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9" name="Freeform: Shape 28">
              <a:extLst>
                <a:ext uri="{FF2B5EF4-FFF2-40B4-BE49-F238E27FC236}">
                  <a16:creationId xmlns:a16="http://schemas.microsoft.com/office/drawing/2014/main" id="{CE3B5578-536F-4B38-89D2-C859EFB9E536}"/>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0" name="Freeform: Shape 29">
              <a:extLst>
                <a:ext uri="{FF2B5EF4-FFF2-40B4-BE49-F238E27FC236}">
                  <a16:creationId xmlns:a16="http://schemas.microsoft.com/office/drawing/2014/main" id="{321C8DF3-1F8E-4B0D-B578-67D7E3A7F797}"/>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8" name="Freeform: Shape 47">
              <a:extLst>
                <a:ext uri="{FF2B5EF4-FFF2-40B4-BE49-F238E27FC236}">
                  <a16:creationId xmlns:a16="http://schemas.microsoft.com/office/drawing/2014/main" id="{3EF634BD-8B6E-4470-B471-CCD9D52208E9}"/>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9" name="Freeform: Shape 48">
              <a:extLst>
                <a:ext uri="{FF2B5EF4-FFF2-40B4-BE49-F238E27FC236}">
                  <a16:creationId xmlns:a16="http://schemas.microsoft.com/office/drawing/2014/main" id="{6D4EA52A-34A3-4161-A9CE-86569A099639}"/>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0" name="Freeform: Shape 49">
              <a:extLst>
                <a:ext uri="{FF2B5EF4-FFF2-40B4-BE49-F238E27FC236}">
                  <a16:creationId xmlns:a16="http://schemas.microsoft.com/office/drawing/2014/main" id="{89F976BC-5664-4D19-8DC2-C83D9F201025}"/>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1" name="Freeform: Shape 50">
              <a:extLst>
                <a:ext uri="{FF2B5EF4-FFF2-40B4-BE49-F238E27FC236}">
                  <a16:creationId xmlns:a16="http://schemas.microsoft.com/office/drawing/2014/main" id="{4FE844F3-0151-483D-A445-DF19C1CA237C}"/>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2" name="Freeform: Shape 51">
              <a:extLst>
                <a:ext uri="{FF2B5EF4-FFF2-40B4-BE49-F238E27FC236}">
                  <a16:creationId xmlns:a16="http://schemas.microsoft.com/office/drawing/2014/main" id="{3602D36A-92EE-4D58-8B1E-A7C32FA38A81}"/>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3" name="Freeform: Shape 52">
              <a:extLst>
                <a:ext uri="{FF2B5EF4-FFF2-40B4-BE49-F238E27FC236}">
                  <a16:creationId xmlns:a16="http://schemas.microsoft.com/office/drawing/2014/main" id="{54D3E311-8682-432D-96C1-892E0A7B846F}"/>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4" name="Freeform: Shape 53">
              <a:extLst>
                <a:ext uri="{FF2B5EF4-FFF2-40B4-BE49-F238E27FC236}">
                  <a16:creationId xmlns:a16="http://schemas.microsoft.com/office/drawing/2014/main" id="{2F6A277D-D709-4AAD-A2BE-7F002BC0B1A4}"/>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5" name="Freeform: Shape 54">
              <a:extLst>
                <a:ext uri="{FF2B5EF4-FFF2-40B4-BE49-F238E27FC236}">
                  <a16:creationId xmlns:a16="http://schemas.microsoft.com/office/drawing/2014/main" id="{692A7F87-C5D7-4B71-8667-833F96C3F294}"/>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6" name="Freeform: Shape 55">
              <a:extLst>
                <a:ext uri="{FF2B5EF4-FFF2-40B4-BE49-F238E27FC236}">
                  <a16:creationId xmlns:a16="http://schemas.microsoft.com/office/drawing/2014/main" id="{74ABB7F8-185E-406E-84D5-2ADDC019320A}"/>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2" name="Freeform: Shape 1">
            <a:extLst>
              <a:ext uri="{FF2B5EF4-FFF2-40B4-BE49-F238E27FC236}">
                <a16:creationId xmlns:a16="http://schemas.microsoft.com/office/drawing/2014/main" id="{32343BE2-F9F3-467E-BAC0-182941FCBCD2}"/>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Title 1">
            <a:extLst>
              <a:ext uri="{FF2B5EF4-FFF2-40B4-BE49-F238E27FC236}">
                <a16:creationId xmlns:a16="http://schemas.microsoft.com/office/drawing/2014/main" id="{3193E6E4-C8EE-470B-AABB-B46374938AA4}"/>
              </a:ext>
            </a:extLst>
          </p:cNvPr>
          <p:cNvSpPr>
            <a:spLocks noGrp="1"/>
          </p:cNvSpPr>
          <p:nvPr>
            <p:ph type="title" hasCustomPrompt="1"/>
          </p:nvPr>
        </p:nvSpPr>
        <p:spPr>
          <a:xfrm>
            <a:off x="1292868" y="358614"/>
            <a:ext cx="4150804" cy="1431000"/>
          </a:xfrm>
        </p:spPr>
        <p:txBody>
          <a:bodyPr anchor="t"/>
          <a:lstStyle>
            <a:lvl1pPr>
              <a:defRPr/>
            </a:lvl1pPr>
          </a:lstStyle>
          <a:p>
            <a:r>
              <a:rPr lang="en-US" dirty="0"/>
              <a:t>Click to add title</a:t>
            </a:r>
          </a:p>
        </p:txBody>
      </p:sp>
      <p:sp>
        <p:nvSpPr>
          <p:cNvPr id="31" name="Date Placeholder 178">
            <a:extLst>
              <a:ext uri="{FF2B5EF4-FFF2-40B4-BE49-F238E27FC236}">
                <a16:creationId xmlns:a16="http://schemas.microsoft.com/office/drawing/2014/main" id="{9BFD1C1A-363C-4909-95D6-9AF44B452A54}"/>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49BB63C-A8D4-4F32-819C-F6F6BA0476C2}"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8/22/2026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32" name="Footer Placeholder 179">
            <a:extLst>
              <a:ext uri="{FF2B5EF4-FFF2-40B4-BE49-F238E27FC236}">
                <a16:creationId xmlns:a16="http://schemas.microsoft.com/office/drawing/2014/main" id="{77213597-1706-40A7-8726-C468FB7F438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33" name="Slide Number Placeholder 180">
            <a:extLst>
              <a:ext uri="{FF2B5EF4-FFF2-40B4-BE49-F238E27FC236}">
                <a16:creationId xmlns:a16="http://schemas.microsoft.com/office/drawing/2014/main" id="{1BB201C7-C50B-4E2B-95EF-E5FFAF698DB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Tree>
    <p:extLst>
      <p:ext uri="{BB962C8B-B14F-4D97-AF65-F5344CB8AC3E}">
        <p14:creationId xmlns:p14="http://schemas.microsoft.com/office/powerpoint/2010/main" val="4792096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388784" y="5029200"/>
            <a:ext cx="9198864" cy="713232"/>
          </a:xfrm>
        </p:spPr>
        <p:txBody>
          <a:bodyPr anchor="t">
            <a:normAutofit/>
          </a:bodyPr>
          <a:lstStyle>
            <a:lvl1pPr>
              <a:lnSpc>
                <a:spcPct val="90000"/>
              </a:lnSpc>
              <a:defRPr sz="2000" b="1" spc="-5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388784" y="1115568"/>
            <a:ext cx="9198864"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dirty="0"/>
              <a:t>
              </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B335E6B9-2D9C-4660-92C5-78965463CC8F}" type="datetimeFigureOut">
              <a:rPr lang="en-US" dirty="0"/>
              <a:t>8/22/2026</a:t>
            </a:fld>
            <a:endParaRPr lang="en-US" dirty="0"/>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dirty="0"/>
              <a:t>‹#›</a:t>
            </a:fld>
            <a:endParaRPr lang="en-US" dirty="0"/>
          </a:p>
        </p:txBody>
      </p:sp>
    </p:spTree>
    <p:extLst>
      <p:ext uri="{BB962C8B-B14F-4D97-AF65-F5344CB8AC3E}">
        <p14:creationId xmlns:p14="http://schemas.microsoft.com/office/powerpoint/2010/main" val="30080996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56" name="Title 1">
            <a:extLst>
              <a:ext uri="{FF2B5EF4-FFF2-40B4-BE49-F238E27FC236}">
                <a16:creationId xmlns:a16="http://schemas.microsoft.com/office/drawing/2014/main" id="{08711333-F819-4928-8BA2-B03A1D7447F6}"/>
              </a:ext>
            </a:extLst>
          </p:cNvPr>
          <p:cNvSpPr>
            <a:spLocks noGrp="1"/>
          </p:cNvSpPr>
          <p:nvPr>
            <p:ph type="title"/>
          </p:nvPr>
        </p:nvSpPr>
        <p:spPr>
          <a:xfrm>
            <a:off x="1331088" y="565739"/>
            <a:ext cx="9745883" cy="1124949"/>
          </a:xfrm>
        </p:spPr>
        <p:txBody>
          <a:bodyPr/>
          <a:lstStyle/>
          <a:p>
            <a:endParaRPr lang="en-US" dirty="0"/>
          </a:p>
        </p:txBody>
      </p:sp>
      <p:grpSp>
        <p:nvGrpSpPr>
          <p:cNvPr id="2" name="Group 1">
            <a:extLst>
              <a:ext uri="{FF2B5EF4-FFF2-40B4-BE49-F238E27FC236}">
                <a16:creationId xmlns:a16="http://schemas.microsoft.com/office/drawing/2014/main" id="{B4DCAA54-A920-4F7D-B1F9-E60E950DBAE8}"/>
              </a:ext>
              <a:ext uri="{C183D7F6-B498-43B3-948B-1728B52AA6E4}">
                <adec:decorative xmlns:adec="http://schemas.microsoft.com/office/drawing/2017/decorative" val="1"/>
              </a:ext>
            </a:extLst>
          </p:cNvPr>
          <p:cNvGrpSpPr/>
          <p:nvPr userDrawn="1"/>
        </p:nvGrpSpPr>
        <p:grpSpPr>
          <a:xfrm>
            <a:off x="0" y="681037"/>
            <a:ext cx="1170294" cy="709661"/>
            <a:chOff x="0" y="681037"/>
            <a:chExt cx="1170294" cy="709661"/>
          </a:xfrm>
        </p:grpSpPr>
        <p:sp>
          <p:nvSpPr>
            <p:cNvPr id="57" name="Freeform: Shape 56">
              <a:extLst>
                <a:ext uri="{FF2B5EF4-FFF2-40B4-BE49-F238E27FC236}">
                  <a16:creationId xmlns:a16="http://schemas.microsoft.com/office/drawing/2014/main" id="{28633F80-7150-4830-B036-FED561D8ABD2}"/>
                </a:ext>
                <a:ext uri="{C183D7F6-B498-43B3-948B-1728B52AA6E4}">
                  <adec:decorative xmlns:adec="http://schemas.microsoft.com/office/drawing/2017/decorative" val="1"/>
                </a:ext>
              </a:extLst>
            </p:cNvPr>
            <p:cNvSpPr/>
            <p:nvPr userDrawn="1"/>
          </p:nvSpPr>
          <p:spPr>
            <a:xfrm>
              <a:off x="0" y="681037"/>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58" name="Freeform: Shape 57">
              <a:extLst>
                <a:ext uri="{FF2B5EF4-FFF2-40B4-BE49-F238E27FC236}">
                  <a16:creationId xmlns:a16="http://schemas.microsoft.com/office/drawing/2014/main" id="{984D32A8-76C6-4D70-887B-EC3211AD33EB}"/>
                </a:ext>
                <a:ext uri="{C183D7F6-B498-43B3-948B-1728B52AA6E4}">
                  <adec:decorative xmlns:adec="http://schemas.microsoft.com/office/drawing/2017/decorative" val="1"/>
                </a:ext>
              </a:extLst>
            </p:cNvPr>
            <p:cNvSpPr/>
            <p:nvPr userDrawn="1"/>
          </p:nvSpPr>
          <p:spPr>
            <a:xfrm>
              <a:off x="0" y="1116069"/>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60" name="Oval 59">
            <a:extLst>
              <a:ext uri="{FF2B5EF4-FFF2-40B4-BE49-F238E27FC236}">
                <a16:creationId xmlns:a16="http://schemas.microsoft.com/office/drawing/2014/main" id="{EEDFE717-6A4F-4FD1-ABBF-5807E71F53F6}"/>
              </a:ext>
              <a:ext uri="{C183D7F6-B498-43B3-948B-1728B52AA6E4}">
                <adec:decorative xmlns:adec="http://schemas.microsoft.com/office/drawing/2017/decorative" val="1"/>
              </a:ext>
            </a:extLst>
          </p:cNvPr>
          <p:cNvSpPr/>
          <p:nvPr userDrawn="1"/>
        </p:nvSpPr>
        <p:spPr>
          <a:xfrm>
            <a:off x="11559544" y="5991329"/>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61" name="Date Placeholder 10">
            <a:extLst>
              <a:ext uri="{FF2B5EF4-FFF2-40B4-BE49-F238E27FC236}">
                <a16:creationId xmlns:a16="http://schemas.microsoft.com/office/drawing/2014/main" id="{26FBD0C2-9C38-4891-92F3-5AF6CD04E3E1}"/>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78273EB-16C1-441E-9180-E8793C467BE0}"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8/22/2026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62" name="Footer Placeholder 11">
            <a:extLst>
              <a:ext uri="{FF2B5EF4-FFF2-40B4-BE49-F238E27FC236}">
                <a16:creationId xmlns:a16="http://schemas.microsoft.com/office/drawing/2014/main" id="{5C6A806B-2B18-4D3B-8215-624EE91DAC3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63" name="Slide Number Placeholder 12">
            <a:extLst>
              <a:ext uri="{FF2B5EF4-FFF2-40B4-BE49-F238E27FC236}">
                <a16:creationId xmlns:a16="http://schemas.microsoft.com/office/drawing/2014/main" id="{54E3AE0A-2F47-4B51-8F32-46ABDC574FFB}"/>
              </a:ext>
            </a:extLst>
          </p:cNvPr>
          <p:cNvSpPr>
            <a:spLocks noGrp="1"/>
          </p:cNvSpPr>
          <p:nvPr>
            <p:ph type="sldNum" sz="quarter" idx="12"/>
          </p:nvPr>
        </p:nvSpPr>
        <p:spPr>
          <a:xfrm>
            <a:off x="8644339"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967E29-1480-472A-9FC5-C4768A52587C}"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11" name="Graphic 4">
            <a:extLst>
              <a:ext uri="{FF2B5EF4-FFF2-40B4-BE49-F238E27FC236}">
                <a16:creationId xmlns:a16="http://schemas.microsoft.com/office/drawing/2014/main" id="{A160D36B-90B2-4E2E-9A07-AFC4CC77ED14}"/>
              </a:ext>
              <a:ext uri="{C183D7F6-B498-43B3-948B-1728B52AA6E4}">
                <adec:decorative xmlns:adec="http://schemas.microsoft.com/office/drawing/2017/decorative" val="1"/>
              </a:ext>
            </a:extLst>
          </p:cNvPr>
          <p:cNvGrpSpPr/>
          <p:nvPr userDrawn="1"/>
        </p:nvGrpSpPr>
        <p:grpSpPr>
          <a:xfrm>
            <a:off x="10510458" y="477557"/>
            <a:ext cx="975170" cy="975170"/>
            <a:chOff x="5829300" y="3162300"/>
            <a:chExt cx="532257" cy="532257"/>
          </a:xfrm>
          <a:solidFill>
            <a:schemeClr val="tx1"/>
          </a:solidFill>
        </p:grpSpPr>
        <p:sp>
          <p:nvSpPr>
            <p:cNvPr id="12" name="Freeform: Shape 11">
              <a:extLst>
                <a:ext uri="{FF2B5EF4-FFF2-40B4-BE49-F238E27FC236}">
                  <a16:creationId xmlns:a16="http://schemas.microsoft.com/office/drawing/2014/main" id="{CADA6DC8-A018-4A16-84AF-9E2E74CD757D}"/>
                </a:ext>
              </a:extLst>
            </p:cNvPr>
            <p:cNvSpPr/>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8C1308F7-B76A-4EC2-94B2-3D7A71B62604}"/>
                </a:ext>
              </a:extLst>
            </p:cNvPr>
            <p:cNvSpPr/>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 name="Freeform: Shape 13">
              <a:extLst>
                <a:ext uri="{FF2B5EF4-FFF2-40B4-BE49-F238E27FC236}">
                  <a16:creationId xmlns:a16="http://schemas.microsoft.com/office/drawing/2014/main" id="{98E3532C-7781-4159-A3A0-A2DE72CA6DBA}"/>
                </a:ext>
              </a:extLst>
            </p:cNvPr>
            <p:cNvSpPr/>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 name="Freeform: Shape 14">
              <a:extLst>
                <a:ext uri="{FF2B5EF4-FFF2-40B4-BE49-F238E27FC236}">
                  <a16:creationId xmlns:a16="http://schemas.microsoft.com/office/drawing/2014/main" id="{98D647FB-029D-4D71-B4E4-6D74FCB09C4D}"/>
                </a:ext>
              </a:extLst>
            </p:cNvPr>
            <p:cNvSpPr/>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 name="Freeform: Shape 15">
              <a:extLst>
                <a:ext uri="{FF2B5EF4-FFF2-40B4-BE49-F238E27FC236}">
                  <a16:creationId xmlns:a16="http://schemas.microsoft.com/office/drawing/2014/main" id="{216A1C6D-37E7-47A0-814C-A09DC1123684}"/>
                </a:ext>
              </a:extLst>
            </p:cNvPr>
            <p:cNvSpPr/>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22759DEC-2103-4E2C-A470-F4AF6E5E3E87}"/>
                </a:ext>
              </a:extLst>
            </p:cNvPr>
            <p:cNvSpPr/>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788AE222-CCAD-4233-9F97-67021E530758}"/>
                </a:ext>
              </a:extLst>
            </p:cNvPr>
            <p:cNvSpPr/>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8610EC41-7752-4C40-99E0-1B5FEA90EB0E}"/>
                </a:ext>
              </a:extLst>
            </p:cNvPr>
            <p:cNvSpPr/>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reeform: Shape 19">
              <a:extLst>
                <a:ext uri="{FF2B5EF4-FFF2-40B4-BE49-F238E27FC236}">
                  <a16:creationId xmlns:a16="http://schemas.microsoft.com/office/drawing/2014/main" id="{5AA370E4-6378-438E-96A5-93A548F17E99}"/>
                </a:ext>
              </a:extLst>
            </p:cNvPr>
            <p:cNvSpPr/>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 name="Freeform: Shape 20">
              <a:extLst>
                <a:ext uri="{FF2B5EF4-FFF2-40B4-BE49-F238E27FC236}">
                  <a16:creationId xmlns:a16="http://schemas.microsoft.com/office/drawing/2014/main" id="{2DC8BEFB-4BE0-44E4-B9EE-B9433675ED5D}"/>
                </a:ext>
              </a:extLst>
            </p:cNvPr>
            <p:cNvSpPr/>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reeform: Shape 21">
              <a:extLst>
                <a:ext uri="{FF2B5EF4-FFF2-40B4-BE49-F238E27FC236}">
                  <a16:creationId xmlns:a16="http://schemas.microsoft.com/office/drawing/2014/main" id="{C5C187D8-7DEF-4A4B-AEBD-0148B131FA7B}"/>
                </a:ext>
              </a:extLst>
            </p:cNvPr>
            <p:cNvSpPr/>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 name="Freeform: Shape 22">
              <a:extLst>
                <a:ext uri="{FF2B5EF4-FFF2-40B4-BE49-F238E27FC236}">
                  <a16:creationId xmlns:a16="http://schemas.microsoft.com/office/drawing/2014/main" id="{721C4DD4-9A7B-4D13-905C-4D8287BFC226}"/>
                </a:ext>
              </a:extLst>
            </p:cNvPr>
            <p:cNvSpPr/>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 name="Freeform: Shape 23">
              <a:extLst>
                <a:ext uri="{FF2B5EF4-FFF2-40B4-BE49-F238E27FC236}">
                  <a16:creationId xmlns:a16="http://schemas.microsoft.com/office/drawing/2014/main" id="{CB37570A-3C94-4E36-97CE-A23E9672578E}"/>
                </a:ext>
              </a:extLst>
            </p:cNvPr>
            <p:cNvSpPr/>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sp>
        <p:nvSpPr>
          <p:cNvPr id="25" name="Picture Placeholder 11">
            <a:extLst>
              <a:ext uri="{FF2B5EF4-FFF2-40B4-BE49-F238E27FC236}">
                <a16:creationId xmlns:a16="http://schemas.microsoft.com/office/drawing/2014/main" id="{D0363784-2970-4EEC-A27D-C144838C7934}"/>
              </a:ext>
            </a:extLst>
          </p:cNvPr>
          <p:cNvSpPr>
            <a:spLocks noGrp="1"/>
          </p:cNvSpPr>
          <p:nvPr>
            <p:ph type="pic" sz="quarter" idx="14"/>
          </p:nvPr>
        </p:nvSpPr>
        <p:spPr>
          <a:xfrm>
            <a:off x="745213" y="2021303"/>
            <a:ext cx="2286000" cy="2286000"/>
          </a:xfrm>
          <a:prstGeom prst="ellipse">
            <a:avLst/>
          </a:prstGeom>
        </p:spPr>
        <p:txBody>
          <a:bodyPr>
            <a:normAutofit/>
          </a:bodyPr>
          <a:lstStyle>
            <a:lvl1pPr>
              <a:defRPr sz="2000"/>
            </a:lvl1pPr>
          </a:lstStyle>
          <a:p>
            <a:endParaRPr lang="en-US"/>
          </a:p>
        </p:txBody>
      </p:sp>
      <p:sp>
        <p:nvSpPr>
          <p:cNvPr id="26" name="Picture Placeholder 11">
            <a:extLst>
              <a:ext uri="{FF2B5EF4-FFF2-40B4-BE49-F238E27FC236}">
                <a16:creationId xmlns:a16="http://schemas.microsoft.com/office/drawing/2014/main" id="{A5F161F4-CB8E-480F-8499-D1BD68C8BB59}"/>
              </a:ext>
            </a:extLst>
          </p:cNvPr>
          <p:cNvSpPr>
            <a:spLocks noGrp="1"/>
          </p:cNvSpPr>
          <p:nvPr>
            <p:ph type="pic" sz="quarter" idx="15"/>
          </p:nvPr>
        </p:nvSpPr>
        <p:spPr>
          <a:xfrm>
            <a:off x="3551776" y="2021303"/>
            <a:ext cx="2286000" cy="2286000"/>
          </a:xfrm>
          <a:prstGeom prst="ellipse">
            <a:avLst/>
          </a:prstGeom>
        </p:spPr>
        <p:txBody>
          <a:bodyPr>
            <a:normAutofit/>
          </a:bodyPr>
          <a:lstStyle>
            <a:lvl1pPr>
              <a:defRPr sz="2000"/>
            </a:lvl1pPr>
          </a:lstStyle>
          <a:p>
            <a:endParaRPr lang="en-US"/>
          </a:p>
        </p:txBody>
      </p:sp>
      <p:sp>
        <p:nvSpPr>
          <p:cNvPr id="27" name="Picture Placeholder 11">
            <a:extLst>
              <a:ext uri="{FF2B5EF4-FFF2-40B4-BE49-F238E27FC236}">
                <a16:creationId xmlns:a16="http://schemas.microsoft.com/office/drawing/2014/main" id="{FA25DBB0-929B-4EA3-AF0A-D34760BBAB8E}"/>
              </a:ext>
            </a:extLst>
          </p:cNvPr>
          <p:cNvSpPr>
            <a:spLocks noGrp="1"/>
          </p:cNvSpPr>
          <p:nvPr>
            <p:ph type="pic" sz="quarter" idx="16"/>
          </p:nvPr>
        </p:nvSpPr>
        <p:spPr>
          <a:xfrm>
            <a:off x="6358339" y="2021303"/>
            <a:ext cx="2286000" cy="2286000"/>
          </a:xfrm>
          <a:prstGeom prst="ellipse">
            <a:avLst/>
          </a:prstGeom>
        </p:spPr>
        <p:txBody>
          <a:bodyPr>
            <a:normAutofit/>
          </a:bodyPr>
          <a:lstStyle>
            <a:lvl1pPr>
              <a:defRPr sz="2000"/>
            </a:lvl1pPr>
          </a:lstStyle>
          <a:p>
            <a:endParaRPr lang="en-US"/>
          </a:p>
        </p:txBody>
      </p:sp>
      <p:sp>
        <p:nvSpPr>
          <p:cNvPr id="28" name="Picture Placeholder 11">
            <a:extLst>
              <a:ext uri="{FF2B5EF4-FFF2-40B4-BE49-F238E27FC236}">
                <a16:creationId xmlns:a16="http://schemas.microsoft.com/office/drawing/2014/main" id="{2166858A-D674-4111-9862-D87359001031}"/>
              </a:ext>
            </a:extLst>
          </p:cNvPr>
          <p:cNvSpPr>
            <a:spLocks noGrp="1"/>
          </p:cNvSpPr>
          <p:nvPr>
            <p:ph type="pic" sz="quarter" idx="17"/>
          </p:nvPr>
        </p:nvSpPr>
        <p:spPr>
          <a:xfrm>
            <a:off x="9164901" y="2021303"/>
            <a:ext cx="2286000" cy="2286000"/>
          </a:xfrm>
          <a:prstGeom prst="ellipse">
            <a:avLst/>
          </a:prstGeom>
        </p:spPr>
        <p:txBody>
          <a:bodyPr>
            <a:normAutofit/>
          </a:bodyPr>
          <a:lstStyle>
            <a:lvl1pPr>
              <a:defRPr sz="2000"/>
            </a:lvl1pPr>
          </a:lstStyle>
          <a:p>
            <a:endParaRPr lang="en-US"/>
          </a:p>
        </p:txBody>
      </p:sp>
      <p:sp>
        <p:nvSpPr>
          <p:cNvPr id="29" name="Text Placeholder 20">
            <a:extLst>
              <a:ext uri="{FF2B5EF4-FFF2-40B4-BE49-F238E27FC236}">
                <a16:creationId xmlns:a16="http://schemas.microsoft.com/office/drawing/2014/main" id="{0A21E468-9819-48EA-9CFE-D8A100CF2FBC}"/>
              </a:ext>
            </a:extLst>
          </p:cNvPr>
          <p:cNvSpPr>
            <a:spLocks noGrp="1"/>
          </p:cNvSpPr>
          <p:nvPr>
            <p:ph type="body" sz="quarter" idx="18" hasCustomPrompt="1"/>
          </p:nvPr>
        </p:nvSpPr>
        <p:spPr>
          <a:xfrm>
            <a:off x="762000" y="4417646"/>
            <a:ext cx="2286000" cy="365125"/>
          </a:xfrm>
        </p:spPr>
        <p:txBody>
          <a:bodyPr anchor="ctr">
            <a:noAutofit/>
          </a:bodyPr>
          <a:lstStyle>
            <a:lvl1pPr marL="0" indent="0" algn="ctr">
              <a:lnSpc>
                <a:spcPct val="100000"/>
              </a:lnSpc>
              <a:spcBef>
                <a:spcPts val="0"/>
              </a:spcBef>
              <a:spcAft>
                <a:spcPts val="0"/>
              </a:spcAft>
              <a:buNone/>
              <a:defRPr lang="en-US" sz="2800" b="0" kern="1200" dirty="0" smtClean="0">
                <a:solidFill>
                  <a:schemeClr val="tx1">
                    <a:hueOff val="0"/>
                    <a:satOff val="0"/>
                    <a:lumOff val="0"/>
                    <a:alphaOff val="0"/>
                  </a:schemeClr>
                </a:solidFill>
                <a:latin typeface="+mj-lt"/>
                <a:ea typeface="+mn-ea"/>
                <a:cs typeface="+mn-cs"/>
              </a:defRPr>
            </a:lvl1pPr>
          </a:lstStyle>
          <a:p>
            <a:pPr lvl="0"/>
            <a:r>
              <a:rPr lang="en-US" dirty="0"/>
              <a:t>Name</a:t>
            </a:r>
          </a:p>
        </p:txBody>
      </p:sp>
      <p:sp>
        <p:nvSpPr>
          <p:cNvPr id="30" name="Text Placeholder 22">
            <a:extLst>
              <a:ext uri="{FF2B5EF4-FFF2-40B4-BE49-F238E27FC236}">
                <a16:creationId xmlns:a16="http://schemas.microsoft.com/office/drawing/2014/main" id="{2AA605BC-184B-485A-B68D-27607D4AAB0C}"/>
              </a:ext>
            </a:extLst>
          </p:cNvPr>
          <p:cNvSpPr>
            <a:spLocks noGrp="1"/>
          </p:cNvSpPr>
          <p:nvPr>
            <p:ph type="body" sz="quarter" idx="19" hasCustomPrompt="1"/>
          </p:nvPr>
        </p:nvSpPr>
        <p:spPr>
          <a:xfrm>
            <a:off x="762000" y="480208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31" name="Text Placeholder 20">
            <a:extLst>
              <a:ext uri="{FF2B5EF4-FFF2-40B4-BE49-F238E27FC236}">
                <a16:creationId xmlns:a16="http://schemas.microsoft.com/office/drawing/2014/main" id="{5E1DA376-8DFF-42EB-AC05-624D4CC17008}"/>
              </a:ext>
            </a:extLst>
          </p:cNvPr>
          <p:cNvSpPr>
            <a:spLocks noGrp="1"/>
          </p:cNvSpPr>
          <p:nvPr>
            <p:ph type="body" sz="quarter" idx="20" hasCustomPrompt="1"/>
          </p:nvPr>
        </p:nvSpPr>
        <p:spPr>
          <a:xfrm>
            <a:off x="3562967" y="441764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32" name="Text Placeholder 22">
            <a:extLst>
              <a:ext uri="{FF2B5EF4-FFF2-40B4-BE49-F238E27FC236}">
                <a16:creationId xmlns:a16="http://schemas.microsoft.com/office/drawing/2014/main" id="{88EA8545-B741-4E15-8054-C79F08609384}"/>
              </a:ext>
            </a:extLst>
          </p:cNvPr>
          <p:cNvSpPr>
            <a:spLocks noGrp="1"/>
          </p:cNvSpPr>
          <p:nvPr>
            <p:ph type="body" sz="quarter" idx="21" hasCustomPrompt="1"/>
          </p:nvPr>
        </p:nvSpPr>
        <p:spPr>
          <a:xfrm>
            <a:off x="3562967" y="480208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33" name="Text Placeholder 20">
            <a:extLst>
              <a:ext uri="{FF2B5EF4-FFF2-40B4-BE49-F238E27FC236}">
                <a16:creationId xmlns:a16="http://schemas.microsoft.com/office/drawing/2014/main" id="{C5DDD12B-8AD2-4194-9011-B8AE495CE84A}"/>
              </a:ext>
            </a:extLst>
          </p:cNvPr>
          <p:cNvSpPr>
            <a:spLocks noGrp="1"/>
          </p:cNvSpPr>
          <p:nvPr>
            <p:ph type="body" sz="quarter" idx="22" hasCustomPrompt="1"/>
          </p:nvPr>
        </p:nvSpPr>
        <p:spPr>
          <a:xfrm>
            <a:off x="6363934" y="441764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34" name="Text Placeholder 22">
            <a:extLst>
              <a:ext uri="{FF2B5EF4-FFF2-40B4-BE49-F238E27FC236}">
                <a16:creationId xmlns:a16="http://schemas.microsoft.com/office/drawing/2014/main" id="{E1E9CE9A-B335-4B09-A6DC-9FDAE1A8541E}"/>
              </a:ext>
            </a:extLst>
          </p:cNvPr>
          <p:cNvSpPr>
            <a:spLocks noGrp="1"/>
          </p:cNvSpPr>
          <p:nvPr>
            <p:ph type="body" sz="quarter" idx="23" hasCustomPrompt="1"/>
          </p:nvPr>
        </p:nvSpPr>
        <p:spPr>
          <a:xfrm>
            <a:off x="6363934" y="480208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35" name="Text Placeholder 20">
            <a:extLst>
              <a:ext uri="{FF2B5EF4-FFF2-40B4-BE49-F238E27FC236}">
                <a16:creationId xmlns:a16="http://schemas.microsoft.com/office/drawing/2014/main" id="{05755812-FA39-400E-9830-518115B16F1A}"/>
              </a:ext>
            </a:extLst>
          </p:cNvPr>
          <p:cNvSpPr>
            <a:spLocks noGrp="1"/>
          </p:cNvSpPr>
          <p:nvPr>
            <p:ph type="body" sz="quarter" idx="24" hasCustomPrompt="1"/>
          </p:nvPr>
        </p:nvSpPr>
        <p:spPr>
          <a:xfrm>
            <a:off x="9164901" y="441764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36" name="Text Placeholder 22">
            <a:extLst>
              <a:ext uri="{FF2B5EF4-FFF2-40B4-BE49-F238E27FC236}">
                <a16:creationId xmlns:a16="http://schemas.microsoft.com/office/drawing/2014/main" id="{B0C99DAB-BC75-4032-B8DE-82896B438816}"/>
              </a:ext>
            </a:extLst>
          </p:cNvPr>
          <p:cNvSpPr>
            <a:spLocks noGrp="1"/>
          </p:cNvSpPr>
          <p:nvPr>
            <p:ph type="body" sz="quarter" idx="25" hasCustomPrompt="1"/>
          </p:nvPr>
        </p:nvSpPr>
        <p:spPr>
          <a:xfrm>
            <a:off x="9164901" y="480208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Tree>
    <p:extLst>
      <p:ext uri="{BB962C8B-B14F-4D97-AF65-F5344CB8AC3E}">
        <p14:creationId xmlns:p14="http://schemas.microsoft.com/office/powerpoint/2010/main" val="1633738593"/>
      </p:ext>
    </p:extLst>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grpSp>
        <p:nvGrpSpPr>
          <p:cNvPr id="34" name="Graphic 4">
            <a:extLst>
              <a:ext uri="{FF2B5EF4-FFF2-40B4-BE49-F238E27FC236}">
                <a16:creationId xmlns:a16="http://schemas.microsoft.com/office/drawing/2014/main" id="{F6919F4A-127D-4827-9E80-D8662425CC16}"/>
              </a:ext>
              <a:ext uri="{C183D7F6-B498-43B3-948B-1728B52AA6E4}">
                <adec:decorative xmlns:adec="http://schemas.microsoft.com/office/drawing/2017/decorative" val="1"/>
              </a:ext>
            </a:extLst>
          </p:cNvPr>
          <p:cNvGrpSpPr/>
          <p:nvPr userDrawn="1"/>
        </p:nvGrpSpPr>
        <p:grpSpPr>
          <a:xfrm>
            <a:off x="10510458" y="477557"/>
            <a:ext cx="975170" cy="975170"/>
            <a:chOff x="5829300" y="3162300"/>
            <a:chExt cx="532257" cy="532257"/>
          </a:xfrm>
          <a:solidFill>
            <a:schemeClr val="tx1"/>
          </a:solidFill>
        </p:grpSpPr>
        <p:sp>
          <p:nvSpPr>
            <p:cNvPr id="35" name="Freeform: Shape 34">
              <a:extLst>
                <a:ext uri="{FF2B5EF4-FFF2-40B4-BE49-F238E27FC236}">
                  <a16:creationId xmlns:a16="http://schemas.microsoft.com/office/drawing/2014/main" id="{E4F0C362-E345-4C93-8DBC-55525E213FE2}"/>
                </a:ext>
              </a:extLst>
            </p:cNvPr>
            <p:cNvSpPr/>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6" name="Freeform: Shape 35">
              <a:extLst>
                <a:ext uri="{FF2B5EF4-FFF2-40B4-BE49-F238E27FC236}">
                  <a16:creationId xmlns:a16="http://schemas.microsoft.com/office/drawing/2014/main" id="{246589FF-4A9D-484E-95B0-A0C39A326BFF}"/>
                </a:ext>
              </a:extLst>
            </p:cNvPr>
            <p:cNvSpPr/>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reeform: Shape 36">
              <a:extLst>
                <a:ext uri="{FF2B5EF4-FFF2-40B4-BE49-F238E27FC236}">
                  <a16:creationId xmlns:a16="http://schemas.microsoft.com/office/drawing/2014/main" id="{CCC09BAE-0430-4149-BDEC-23DD9C37ACC2}"/>
                </a:ext>
              </a:extLst>
            </p:cNvPr>
            <p:cNvSpPr/>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8" name="Freeform: Shape 37">
              <a:extLst>
                <a:ext uri="{FF2B5EF4-FFF2-40B4-BE49-F238E27FC236}">
                  <a16:creationId xmlns:a16="http://schemas.microsoft.com/office/drawing/2014/main" id="{4F6CC180-FC7F-4A8E-BACC-034FD0C68CA9}"/>
                </a:ext>
              </a:extLst>
            </p:cNvPr>
            <p:cNvSpPr/>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9" name="Freeform: Shape 38">
              <a:extLst>
                <a:ext uri="{FF2B5EF4-FFF2-40B4-BE49-F238E27FC236}">
                  <a16:creationId xmlns:a16="http://schemas.microsoft.com/office/drawing/2014/main" id="{A137FFAD-2383-4411-A9CD-B0DCBF8452F9}"/>
                </a:ext>
              </a:extLst>
            </p:cNvPr>
            <p:cNvSpPr/>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6F7ADA10-97E6-406B-955B-4DF941688C55}"/>
                </a:ext>
              </a:extLst>
            </p:cNvPr>
            <p:cNvSpPr/>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E5ED4958-089A-40EE-BEF8-D2DA3283FE41}"/>
                </a:ext>
              </a:extLst>
            </p:cNvPr>
            <p:cNvSpPr/>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6BBC70D8-0977-4E3E-BDCC-5DB32F534597}"/>
                </a:ext>
              </a:extLst>
            </p:cNvPr>
            <p:cNvSpPr/>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22F37D25-C4FD-4978-AE31-636891A33D69}"/>
                </a:ext>
              </a:extLst>
            </p:cNvPr>
            <p:cNvSpPr/>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4" name="Freeform: Shape 43">
              <a:extLst>
                <a:ext uri="{FF2B5EF4-FFF2-40B4-BE49-F238E27FC236}">
                  <a16:creationId xmlns:a16="http://schemas.microsoft.com/office/drawing/2014/main" id="{42DD3606-BA69-4959-9335-377E9AA120FF}"/>
                </a:ext>
              </a:extLst>
            </p:cNvPr>
            <p:cNvSpPr/>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5" name="Freeform: Shape 44">
              <a:extLst>
                <a:ext uri="{FF2B5EF4-FFF2-40B4-BE49-F238E27FC236}">
                  <a16:creationId xmlns:a16="http://schemas.microsoft.com/office/drawing/2014/main" id="{F5B11ABC-F37E-4946-9A7B-90D363182626}"/>
                </a:ext>
              </a:extLst>
            </p:cNvPr>
            <p:cNvSpPr/>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6" name="Freeform: Shape 45">
              <a:extLst>
                <a:ext uri="{FF2B5EF4-FFF2-40B4-BE49-F238E27FC236}">
                  <a16:creationId xmlns:a16="http://schemas.microsoft.com/office/drawing/2014/main" id="{D86B1D23-2F36-4086-9CF7-D76D833D2282}"/>
                </a:ext>
              </a:extLst>
            </p:cNvPr>
            <p:cNvSpPr/>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7" name="Freeform: Shape 46">
              <a:extLst>
                <a:ext uri="{FF2B5EF4-FFF2-40B4-BE49-F238E27FC236}">
                  <a16:creationId xmlns:a16="http://schemas.microsoft.com/office/drawing/2014/main" id="{A3AE423B-5BB8-454B-B2D6-85AE6185C587}"/>
                </a:ext>
              </a:extLst>
            </p:cNvPr>
            <p:cNvSpPr/>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nvGrpSpPr>
          <p:cNvPr id="52" name="Group 51">
            <a:extLst>
              <a:ext uri="{FF2B5EF4-FFF2-40B4-BE49-F238E27FC236}">
                <a16:creationId xmlns:a16="http://schemas.microsoft.com/office/drawing/2014/main" id="{3BF87D25-4424-40BA-B114-A4FB8BDFE843}"/>
              </a:ext>
              <a:ext uri="{C183D7F6-B498-43B3-948B-1728B52AA6E4}">
                <adec:decorative xmlns:adec="http://schemas.microsoft.com/office/drawing/2017/decorative" val="1"/>
              </a:ext>
            </a:extLst>
          </p:cNvPr>
          <p:cNvGrpSpPr/>
          <p:nvPr userDrawn="1"/>
        </p:nvGrpSpPr>
        <p:grpSpPr>
          <a:xfrm>
            <a:off x="0" y="681037"/>
            <a:ext cx="1170294" cy="709661"/>
            <a:chOff x="0" y="681037"/>
            <a:chExt cx="1170294" cy="709661"/>
          </a:xfrm>
        </p:grpSpPr>
        <p:sp>
          <p:nvSpPr>
            <p:cNvPr id="53" name="Freeform: Shape 52">
              <a:extLst>
                <a:ext uri="{FF2B5EF4-FFF2-40B4-BE49-F238E27FC236}">
                  <a16:creationId xmlns:a16="http://schemas.microsoft.com/office/drawing/2014/main" id="{B567477D-2972-4718-B0A2-9FC97531B87F}"/>
                </a:ext>
                <a:ext uri="{C183D7F6-B498-43B3-948B-1728B52AA6E4}">
                  <adec:decorative xmlns:adec="http://schemas.microsoft.com/office/drawing/2017/decorative" val="1"/>
                </a:ext>
              </a:extLst>
            </p:cNvPr>
            <p:cNvSpPr/>
            <p:nvPr userDrawn="1"/>
          </p:nvSpPr>
          <p:spPr>
            <a:xfrm>
              <a:off x="0" y="681037"/>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54" name="Freeform: Shape 53">
              <a:extLst>
                <a:ext uri="{FF2B5EF4-FFF2-40B4-BE49-F238E27FC236}">
                  <a16:creationId xmlns:a16="http://schemas.microsoft.com/office/drawing/2014/main" id="{52D08859-301B-4802-95D8-B8A552752B90}"/>
                </a:ext>
                <a:ext uri="{C183D7F6-B498-43B3-948B-1728B52AA6E4}">
                  <adec:decorative xmlns:adec="http://schemas.microsoft.com/office/drawing/2017/decorative" val="1"/>
                </a:ext>
              </a:extLst>
            </p:cNvPr>
            <p:cNvSpPr/>
            <p:nvPr userDrawn="1"/>
          </p:nvSpPr>
          <p:spPr>
            <a:xfrm>
              <a:off x="0" y="1116069"/>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48" name="Title 1">
            <a:extLst>
              <a:ext uri="{FF2B5EF4-FFF2-40B4-BE49-F238E27FC236}">
                <a16:creationId xmlns:a16="http://schemas.microsoft.com/office/drawing/2014/main" id="{430ADD3E-99CC-43CF-9A97-D44AA54C5F1E}"/>
              </a:ext>
            </a:extLst>
          </p:cNvPr>
          <p:cNvSpPr>
            <a:spLocks noGrp="1"/>
          </p:cNvSpPr>
          <p:nvPr>
            <p:ph type="title"/>
          </p:nvPr>
        </p:nvSpPr>
        <p:spPr>
          <a:xfrm>
            <a:off x="1331088" y="565739"/>
            <a:ext cx="9745883" cy="1124949"/>
          </a:xfrm>
        </p:spPr>
        <p:txBody>
          <a:bodyPr/>
          <a:lstStyle/>
          <a:p>
            <a:endParaRPr lang="en-US" dirty="0"/>
          </a:p>
        </p:txBody>
      </p:sp>
      <p:sp>
        <p:nvSpPr>
          <p:cNvPr id="49" name="Date Placeholder 10">
            <a:extLst>
              <a:ext uri="{FF2B5EF4-FFF2-40B4-BE49-F238E27FC236}">
                <a16:creationId xmlns:a16="http://schemas.microsoft.com/office/drawing/2014/main" id="{8C8B246A-7ACC-4517-903D-35509488E524}"/>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B490EC5-6F65-45BF-89F3-AC4DE8AFDD8B}"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8/22/2026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50" name="Footer Placeholder 11">
            <a:extLst>
              <a:ext uri="{FF2B5EF4-FFF2-40B4-BE49-F238E27FC236}">
                <a16:creationId xmlns:a16="http://schemas.microsoft.com/office/drawing/2014/main" id="{C75AD95D-76DC-4BCD-8AFB-35B7DB2D7F3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endParaRPr kumimoji="0" lang="en-US" sz="1200" b="1" i="0" u="none" strike="noStrike" kern="1200" cap="all" spc="100" normalizeH="0" baseline="0" noProof="0" dirty="0">
              <a:ln>
                <a:noFill/>
              </a:ln>
              <a:solidFill>
                <a:prstClr val="black">
                  <a:tint val="75000"/>
                </a:prstClr>
              </a:solidFill>
              <a:effectLst/>
              <a:uLnTx/>
              <a:uFillTx/>
              <a:latin typeface="Source Sans Pro"/>
              <a:cs typeface="+mn-cs"/>
            </a:endParaRPr>
          </a:p>
        </p:txBody>
      </p:sp>
      <p:sp>
        <p:nvSpPr>
          <p:cNvPr id="51" name="Slide Number Placeholder 12">
            <a:extLst>
              <a:ext uri="{FF2B5EF4-FFF2-40B4-BE49-F238E27FC236}">
                <a16:creationId xmlns:a16="http://schemas.microsoft.com/office/drawing/2014/main" id="{65BB740A-80ED-48DA-B622-9643EFA2303C}"/>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967E29-1480-472A-9FC5-C4768A52587C}"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2" name="Oval 1">
            <a:extLst>
              <a:ext uri="{FF2B5EF4-FFF2-40B4-BE49-F238E27FC236}">
                <a16:creationId xmlns:a16="http://schemas.microsoft.com/office/drawing/2014/main" id="{7F7C86B6-604E-4B54-A07B-F9BB80F8727E}"/>
              </a:ext>
              <a:ext uri="{C183D7F6-B498-43B3-948B-1728B52AA6E4}">
                <adec:decorative xmlns:adec="http://schemas.microsoft.com/office/drawing/2017/decorative" val="1"/>
              </a:ext>
            </a:extLst>
          </p:cNvPr>
          <p:cNvSpPr/>
          <p:nvPr userDrawn="1"/>
        </p:nvSpPr>
        <p:spPr>
          <a:xfrm>
            <a:off x="11559544" y="5991329"/>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Tree>
    <p:extLst>
      <p:ext uri="{BB962C8B-B14F-4D97-AF65-F5344CB8AC3E}">
        <p14:creationId xmlns:p14="http://schemas.microsoft.com/office/powerpoint/2010/main" val="260645383"/>
      </p:ext>
    </p:extLst>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2F117D5-7402-40B6-8492-280C24F60EB8}"/>
              </a:ext>
              <a:ext uri="{C183D7F6-B498-43B3-948B-1728B52AA6E4}">
                <adec:decorative xmlns:adec="http://schemas.microsoft.com/office/drawing/2017/decorative" val="1"/>
              </a:ext>
            </a:extLst>
          </p:cNvPr>
          <p:cNvGrpSpPr/>
          <p:nvPr userDrawn="1"/>
        </p:nvGrpSpPr>
        <p:grpSpPr>
          <a:xfrm>
            <a:off x="8341223" y="5289452"/>
            <a:ext cx="1640977" cy="1568548"/>
            <a:chOff x="3121343" y="4864099"/>
            <a:chExt cx="2085971" cy="1993901"/>
          </a:xfrm>
          <a:solidFill>
            <a:schemeClr val="accent1">
              <a:alpha val="20000"/>
            </a:schemeClr>
          </a:solidFill>
        </p:grpSpPr>
        <p:sp>
          <p:nvSpPr>
            <p:cNvPr id="7" name="Freeform: Shape 6">
              <a:extLst>
                <a:ext uri="{FF2B5EF4-FFF2-40B4-BE49-F238E27FC236}">
                  <a16:creationId xmlns:a16="http://schemas.microsoft.com/office/drawing/2014/main" id="{161BA3FA-C408-4DD0-8D01-AD1955F394ED}"/>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 name="Freeform: Shape 7">
              <a:extLst>
                <a:ext uri="{FF2B5EF4-FFF2-40B4-BE49-F238E27FC236}">
                  <a16:creationId xmlns:a16="http://schemas.microsoft.com/office/drawing/2014/main" id="{C1D6E8BB-7294-492C-92F6-55ED4E53CFE8}"/>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9" name="Freeform: Shape 8">
              <a:extLst>
                <a:ext uri="{FF2B5EF4-FFF2-40B4-BE49-F238E27FC236}">
                  <a16:creationId xmlns:a16="http://schemas.microsoft.com/office/drawing/2014/main" id="{58388000-0440-4364-8913-532DFCCD9C34}"/>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0" name="Freeform: Shape 9">
              <a:extLst>
                <a:ext uri="{FF2B5EF4-FFF2-40B4-BE49-F238E27FC236}">
                  <a16:creationId xmlns:a16="http://schemas.microsoft.com/office/drawing/2014/main" id="{23A011FE-8ED6-4045-8217-38BE203C050D}"/>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1" name="Freeform: Shape 10">
              <a:extLst>
                <a:ext uri="{FF2B5EF4-FFF2-40B4-BE49-F238E27FC236}">
                  <a16:creationId xmlns:a16="http://schemas.microsoft.com/office/drawing/2014/main" id="{55AFAABB-1473-4746-A400-F23E5F57BB4B}"/>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2" name="Freeform: Shape 11">
              <a:extLst>
                <a:ext uri="{FF2B5EF4-FFF2-40B4-BE49-F238E27FC236}">
                  <a16:creationId xmlns:a16="http://schemas.microsoft.com/office/drawing/2014/main" id="{1FD7A49F-A1AC-4EB9-9F5F-D56917BFD054}"/>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FEEB7B70-2392-461B-A28C-EF5E96FA9940}"/>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4" name="Freeform: Shape 13">
              <a:extLst>
                <a:ext uri="{FF2B5EF4-FFF2-40B4-BE49-F238E27FC236}">
                  <a16:creationId xmlns:a16="http://schemas.microsoft.com/office/drawing/2014/main" id="{CC22C2E5-25C3-4B84-ABFF-7E10A7384E59}"/>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5" name="Freeform: Shape 14">
              <a:extLst>
                <a:ext uri="{FF2B5EF4-FFF2-40B4-BE49-F238E27FC236}">
                  <a16:creationId xmlns:a16="http://schemas.microsoft.com/office/drawing/2014/main" id="{A810E927-C50B-4C1F-BF74-F1A3559B3DE6}"/>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6" name="Freeform: Shape 15">
              <a:extLst>
                <a:ext uri="{FF2B5EF4-FFF2-40B4-BE49-F238E27FC236}">
                  <a16:creationId xmlns:a16="http://schemas.microsoft.com/office/drawing/2014/main" id="{423B0F93-803E-467A-92BE-7BEE604727BE}"/>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2E9E1CC9-CDA4-47AD-BE6D-1BCF23A205D0}"/>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C96F2C24-1974-4A14-BD08-87F28469CFC4}"/>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6A4424CD-BBD4-45CD-B514-589708B8F50B}"/>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0" name="Title 1">
            <a:extLst>
              <a:ext uri="{FF2B5EF4-FFF2-40B4-BE49-F238E27FC236}">
                <a16:creationId xmlns:a16="http://schemas.microsoft.com/office/drawing/2014/main" id="{910615CB-FBDD-424F-8ADD-978583CED990}"/>
              </a:ext>
            </a:extLst>
          </p:cNvPr>
          <p:cNvSpPr>
            <a:spLocks noGrp="1"/>
          </p:cNvSpPr>
          <p:nvPr>
            <p:ph type="title" hasCustomPrompt="1"/>
          </p:nvPr>
        </p:nvSpPr>
        <p:spPr>
          <a:xfrm>
            <a:off x="1292868" y="358614"/>
            <a:ext cx="4150804" cy="1431000"/>
          </a:xfrm>
        </p:spPr>
        <p:txBody>
          <a:bodyPr anchor="t"/>
          <a:lstStyle>
            <a:lvl1pPr>
              <a:defRPr/>
            </a:lvl1pPr>
          </a:lstStyle>
          <a:p>
            <a:r>
              <a:rPr lang="en-US" dirty="0"/>
              <a:t>Click to add title</a:t>
            </a:r>
          </a:p>
        </p:txBody>
      </p:sp>
      <p:sp>
        <p:nvSpPr>
          <p:cNvPr id="24" name="Text Placeholder 23">
            <a:extLst>
              <a:ext uri="{FF2B5EF4-FFF2-40B4-BE49-F238E27FC236}">
                <a16:creationId xmlns:a16="http://schemas.microsoft.com/office/drawing/2014/main" id="{85B7C0E5-3D24-4DFB-A690-9F48FFF835BB}"/>
              </a:ext>
            </a:extLst>
          </p:cNvPr>
          <p:cNvSpPr>
            <a:spLocks noGrp="1"/>
          </p:cNvSpPr>
          <p:nvPr>
            <p:ph type="body" sz="quarter" idx="13" hasCustomPrompt="1"/>
          </p:nvPr>
        </p:nvSpPr>
        <p:spPr>
          <a:xfrm>
            <a:off x="1691325" y="2014538"/>
            <a:ext cx="4307160" cy="518874"/>
          </a:xfrm>
        </p:spPr>
        <p:txBody>
          <a:bodyPr/>
          <a:lstStyle>
            <a:lvl1pPr>
              <a:buNone/>
              <a:defRPr b="1"/>
            </a:lvl1pPr>
          </a:lstStyle>
          <a:p>
            <a:pPr lvl="0"/>
            <a:r>
              <a:rPr lang="en-US" dirty="0"/>
              <a:t>Click to add title</a:t>
            </a:r>
          </a:p>
        </p:txBody>
      </p:sp>
      <p:sp>
        <p:nvSpPr>
          <p:cNvPr id="26" name="Text Placeholder 25">
            <a:extLst>
              <a:ext uri="{FF2B5EF4-FFF2-40B4-BE49-F238E27FC236}">
                <a16:creationId xmlns:a16="http://schemas.microsoft.com/office/drawing/2014/main" id="{793E2773-9306-412E-962B-7E07A98F86E1}"/>
              </a:ext>
            </a:extLst>
          </p:cNvPr>
          <p:cNvSpPr>
            <a:spLocks noGrp="1"/>
          </p:cNvSpPr>
          <p:nvPr>
            <p:ph type="body" sz="quarter" idx="14" hasCustomPrompt="1"/>
          </p:nvPr>
        </p:nvSpPr>
        <p:spPr>
          <a:xfrm>
            <a:off x="1691325" y="2666318"/>
            <a:ext cx="4307160"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27" name="Text Placeholder 23">
            <a:extLst>
              <a:ext uri="{FF2B5EF4-FFF2-40B4-BE49-F238E27FC236}">
                <a16:creationId xmlns:a16="http://schemas.microsoft.com/office/drawing/2014/main" id="{74AEFB0F-EDEB-4CE7-BF8A-58F8F86FCFF8}"/>
              </a:ext>
            </a:extLst>
          </p:cNvPr>
          <p:cNvSpPr>
            <a:spLocks noGrp="1"/>
          </p:cNvSpPr>
          <p:nvPr>
            <p:ph type="body" sz="quarter" idx="15" hasCustomPrompt="1"/>
          </p:nvPr>
        </p:nvSpPr>
        <p:spPr>
          <a:xfrm>
            <a:off x="6317484" y="2014538"/>
            <a:ext cx="4307160" cy="518874"/>
          </a:xfrm>
        </p:spPr>
        <p:txBody>
          <a:bodyPr/>
          <a:lstStyle>
            <a:lvl1pPr>
              <a:buNone/>
              <a:defRPr b="1"/>
            </a:lvl1pPr>
          </a:lstStyle>
          <a:p>
            <a:pPr lvl="0"/>
            <a:r>
              <a:rPr lang="en-US" dirty="0"/>
              <a:t>Click to add title</a:t>
            </a:r>
          </a:p>
        </p:txBody>
      </p:sp>
      <p:sp>
        <p:nvSpPr>
          <p:cNvPr id="28" name="Text Placeholder 25">
            <a:extLst>
              <a:ext uri="{FF2B5EF4-FFF2-40B4-BE49-F238E27FC236}">
                <a16:creationId xmlns:a16="http://schemas.microsoft.com/office/drawing/2014/main" id="{94619FC5-B03D-4276-8DBC-914C0A25B451}"/>
              </a:ext>
            </a:extLst>
          </p:cNvPr>
          <p:cNvSpPr>
            <a:spLocks noGrp="1"/>
          </p:cNvSpPr>
          <p:nvPr>
            <p:ph type="body" sz="quarter" idx="16" hasCustomPrompt="1"/>
          </p:nvPr>
        </p:nvSpPr>
        <p:spPr>
          <a:xfrm>
            <a:off x="6317484" y="2666318"/>
            <a:ext cx="4307160"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20" name="Date Placeholder 178">
            <a:extLst>
              <a:ext uri="{FF2B5EF4-FFF2-40B4-BE49-F238E27FC236}">
                <a16:creationId xmlns:a16="http://schemas.microsoft.com/office/drawing/2014/main" id="{0074F3C0-04F3-47D1-A460-C08BEEEF6598}"/>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7B77A4-4CF4-4A22-A9B5-DAC255FAF53C}"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8/22/2026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21" name="Footer Placeholder 179">
            <a:extLst>
              <a:ext uri="{FF2B5EF4-FFF2-40B4-BE49-F238E27FC236}">
                <a16:creationId xmlns:a16="http://schemas.microsoft.com/office/drawing/2014/main" id="{758A3ACE-AE1A-4D02-81AA-F028A49496C9}"/>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22" name="Slide Number Placeholder 180">
            <a:extLst>
              <a:ext uri="{FF2B5EF4-FFF2-40B4-BE49-F238E27FC236}">
                <a16:creationId xmlns:a16="http://schemas.microsoft.com/office/drawing/2014/main" id="{7E96438A-49EF-4161-928A-5483E9D633EE}"/>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35" name="Graphic 38">
            <a:extLst>
              <a:ext uri="{FF2B5EF4-FFF2-40B4-BE49-F238E27FC236}">
                <a16:creationId xmlns:a16="http://schemas.microsoft.com/office/drawing/2014/main" id="{E323AC62-66C0-48E7-B7EF-4D2DFBE292DE}"/>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36" name="Freeform: Shape 35">
              <a:extLst>
                <a:ext uri="{FF2B5EF4-FFF2-40B4-BE49-F238E27FC236}">
                  <a16:creationId xmlns:a16="http://schemas.microsoft.com/office/drawing/2014/main" id="{302667A9-FF11-4B3D-8F03-D1CBEC1100E4}"/>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reeform: Shape 36">
              <a:extLst>
                <a:ext uri="{FF2B5EF4-FFF2-40B4-BE49-F238E27FC236}">
                  <a16:creationId xmlns:a16="http://schemas.microsoft.com/office/drawing/2014/main" id="{62526CF3-68B0-4678-9FF1-C4074D92C0B3}"/>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3" name="Freeform: Shape 2">
            <a:extLst>
              <a:ext uri="{FF2B5EF4-FFF2-40B4-BE49-F238E27FC236}">
                <a16:creationId xmlns:a16="http://schemas.microsoft.com/office/drawing/2014/main" id="{C8FA80C5-0AF9-4E9E-9258-7928ED4DA6A2}"/>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Tree>
    <p:extLst>
      <p:ext uri="{BB962C8B-B14F-4D97-AF65-F5344CB8AC3E}">
        <p14:creationId xmlns:p14="http://schemas.microsoft.com/office/powerpoint/2010/main" val="14485049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7DC69EE-08C2-4573-A383-212F2152148A}"/>
              </a:ext>
              <a:ext uri="{C183D7F6-B498-43B3-948B-1728B52AA6E4}">
                <adec:decorative xmlns:adec="http://schemas.microsoft.com/office/drawing/2017/decorative" val="1"/>
              </a:ext>
            </a:extLst>
          </p:cNvPr>
          <p:cNvGrpSpPr/>
          <p:nvPr userDrawn="1"/>
        </p:nvGrpSpPr>
        <p:grpSpPr>
          <a:xfrm>
            <a:off x="8341223" y="5289452"/>
            <a:ext cx="1640977" cy="1568548"/>
            <a:chOff x="3121343" y="4864099"/>
            <a:chExt cx="2085971" cy="1993901"/>
          </a:xfrm>
          <a:solidFill>
            <a:schemeClr val="accent1">
              <a:alpha val="20000"/>
            </a:schemeClr>
          </a:solidFill>
        </p:grpSpPr>
        <p:sp>
          <p:nvSpPr>
            <p:cNvPr id="7" name="Freeform: Shape 6">
              <a:extLst>
                <a:ext uri="{FF2B5EF4-FFF2-40B4-BE49-F238E27FC236}">
                  <a16:creationId xmlns:a16="http://schemas.microsoft.com/office/drawing/2014/main" id="{8960DAF1-EA06-48DD-B352-E00071AE6AE5}"/>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 name="Freeform: Shape 7">
              <a:extLst>
                <a:ext uri="{FF2B5EF4-FFF2-40B4-BE49-F238E27FC236}">
                  <a16:creationId xmlns:a16="http://schemas.microsoft.com/office/drawing/2014/main" id="{3E04C944-590F-4E8A-93FD-114C635E06B1}"/>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9" name="Freeform: Shape 8">
              <a:extLst>
                <a:ext uri="{FF2B5EF4-FFF2-40B4-BE49-F238E27FC236}">
                  <a16:creationId xmlns:a16="http://schemas.microsoft.com/office/drawing/2014/main" id="{F94F8F63-5843-4702-B051-4AB52DF7DE31}"/>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0" name="Freeform: Shape 9">
              <a:extLst>
                <a:ext uri="{FF2B5EF4-FFF2-40B4-BE49-F238E27FC236}">
                  <a16:creationId xmlns:a16="http://schemas.microsoft.com/office/drawing/2014/main" id="{F00F67E0-08A5-41E9-96D4-346BDE562DA7}"/>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1" name="Freeform: Shape 10">
              <a:extLst>
                <a:ext uri="{FF2B5EF4-FFF2-40B4-BE49-F238E27FC236}">
                  <a16:creationId xmlns:a16="http://schemas.microsoft.com/office/drawing/2014/main" id="{F519DAA4-AB34-40EA-B769-E99C70A02712}"/>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2" name="Freeform: Shape 11">
              <a:extLst>
                <a:ext uri="{FF2B5EF4-FFF2-40B4-BE49-F238E27FC236}">
                  <a16:creationId xmlns:a16="http://schemas.microsoft.com/office/drawing/2014/main" id="{E546AAE8-9480-4504-B6E4-28190AA0C77C}"/>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2E52E878-0C0B-4CA9-B64D-8775E341FD09}"/>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4" name="Freeform: Shape 13">
              <a:extLst>
                <a:ext uri="{FF2B5EF4-FFF2-40B4-BE49-F238E27FC236}">
                  <a16:creationId xmlns:a16="http://schemas.microsoft.com/office/drawing/2014/main" id="{698B443D-5774-4102-9897-9B19780930BF}"/>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5" name="Freeform: Shape 14">
              <a:extLst>
                <a:ext uri="{FF2B5EF4-FFF2-40B4-BE49-F238E27FC236}">
                  <a16:creationId xmlns:a16="http://schemas.microsoft.com/office/drawing/2014/main" id="{CC166CC2-6EA4-420D-8132-C0188C96A19D}"/>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6" name="Freeform: Shape 15">
              <a:extLst>
                <a:ext uri="{FF2B5EF4-FFF2-40B4-BE49-F238E27FC236}">
                  <a16:creationId xmlns:a16="http://schemas.microsoft.com/office/drawing/2014/main" id="{13398B68-EA12-44C5-BEB7-010640A8843C}"/>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805BF01E-3423-4868-8B01-6ACF362BE933}"/>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12FC972F-3283-4FF2-97B4-1096B8A2F41F}"/>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0A6C02E3-3094-499F-A339-CDF211F40AEC}"/>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9" name="Title 1">
            <a:extLst>
              <a:ext uri="{FF2B5EF4-FFF2-40B4-BE49-F238E27FC236}">
                <a16:creationId xmlns:a16="http://schemas.microsoft.com/office/drawing/2014/main" id="{D0C58A35-8A63-4692-8B63-9D9A21D8CC77}"/>
              </a:ext>
            </a:extLst>
          </p:cNvPr>
          <p:cNvSpPr>
            <a:spLocks noGrp="1"/>
          </p:cNvSpPr>
          <p:nvPr>
            <p:ph type="title" hasCustomPrompt="1"/>
          </p:nvPr>
        </p:nvSpPr>
        <p:spPr>
          <a:xfrm>
            <a:off x="1292868" y="358614"/>
            <a:ext cx="4150804" cy="1431000"/>
          </a:xfrm>
        </p:spPr>
        <p:txBody>
          <a:bodyPr anchor="t"/>
          <a:lstStyle>
            <a:lvl1pPr>
              <a:defRPr/>
            </a:lvl1pPr>
          </a:lstStyle>
          <a:p>
            <a:r>
              <a:rPr lang="en-US" dirty="0"/>
              <a:t>Click to add title</a:t>
            </a:r>
          </a:p>
        </p:txBody>
      </p:sp>
      <p:sp>
        <p:nvSpPr>
          <p:cNvPr id="29" name="Text Placeholder 23">
            <a:extLst>
              <a:ext uri="{FF2B5EF4-FFF2-40B4-BE49-F238E27FC236}">
                <a16:creationId xmlns:a16="http://schemas.microsoft.com/office/drawing/2014/main" id="{6FAB1B98-F750-4639-8CB7-0AE14F2222E5}"/>
              </a:ext>
            </a:extLst>
          </p:cNvPr>
          <p:cNvSpPr>
            <a:spLocks noGrp="1"/>
          </p:cNvSpPr>
          <p:nvPr>
            <p:ph type="body" sz="quarter" idx="13" hasCustomPrompt="1"/>
          </p:nvPr>
        </p:nvSpPr>
        <p:spPr>
          <a:xfrm>
            <a:off x="504392" y="2014538"/>
            <a:ext cx="3534208" cy="518874"/>
          </a:xfrm>
        </p:spPr>
        <p:txBody>
          <a:bodyPr/>
          <a:lstStyle>
            <a:lvl1pPr>
              <a:buNone/>
              <a:defRPr b="1"/>
            </a:lvl1pPr>
          </a:lstStyle>
          <a:p>
            <a:pPr lvl="0"/>
            <a:r>
              <a:rPr lang="en-US" dirty="0"/>
              <a:t>Click to add title</a:t>
            </a:r>
          </a:p>
        </p:txBody>
      </p:sp>
      <p:sp>
        <p:nvSpPr>
          <p:cNvPr id="30" name="Text Placeholder 25">
            <a:extLst>
              <a:ext uri="{FF2B5EF4-FFF2-40B4-BE49-F238E27FC236}">
                <a16:creationId xmlns:a16="http://schemas.microsoft.com/office/drawing/2014/main" id="{48E26416-085F-4E9B-87E9-A089A0F7E22C}"/>
              </a:ext>
            </a:extLst>
          </p:cNvPr>
          <p:cNvSpPr>
            <a:spLocks noGrp="1"/>
          </p:cNvSpPr>
          <p:nvPr>
            <p:ph type="body" sz="quarter" idx="14" hasCustomPrompt="1"/>
          </p:nvPr>
        </p:nvSpPr>
        <p:spPr>
          <a:xfrm>
            <a:off x="504392" y="2666318"/>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31" name="Text Placeholder 23">
            <a:extLst>
              <a:ext uri="{FF2B5EF4-FFF2-40B4-BE49-F238E27FC236}">
                <a16:creationId xmlns:a16="http://schemas.microsoft.com/office/drawing/2014/main" id="{3DD7FA1E-4F94-4135-9C82-99F5F49837C6}"/>
              </a:ext>
            </a:extLst>
          </p:cNvPr>
          <p:cNvSpPr>
            <a:spLocks noGrp="1"/>
          </p:cNvSpPr>
          <p:nvPr>
            <p:ph type="body" sz="quarter" idx="15" hasCustomPrompt="1"/>
          </p:nvPr>
        </p:nvSpPr>
        <p:spPr>
          <a:xfrm>
            <a:off x="4356809" y="2014538"/>
            <a:ext cx="3534208" cy="518874"/>
          </a:xfrm>
        </p:spPr>
        <p:txBody>
          <a:bodyPr/>
          <a:lstStyle>
            <a:lvl1pPr>
              <a:buNone/>
              <a:defRPr b="1"/>
            </a:lvl1pPr>
          </a:lstStyle>
          <a:p>
            <a:pPr lvl="0"/>
            <a:r>
              <a:rPr lang="en-US" dirty="0"/>
              <a:t>Click to add title</a:t>
            </a:r>
          </a:p>
        </p:txBody>
      </p:sp>
      <p:sp>
        <p:nvSpPr>
          <p:cNvPr id="32" name="Text Placeholder 25">
            <a:extLst>
              <a:ext uri="{FF2B5EF4-FFF2-40B4-BE49-F238E27FC236}">
                <a16:creationId xmlns:a16="http://schemas.microsoft.com/office/drawing/2014/main" id="{F7AA6B3E-2A7F-4C5B-A703-3DA981212918}"/>
              </a:ext>
            </a:extLst>
          </p:cNvPr>
          <p:cNvSpPr>
            <a:spLocks noGrp="1"/>
          </p:cNvSpPr>
          <p:nvPr>
            <p:ph type="body" sz="quarter" idx="16" hasCustomPrompt="1"/>
          </p:nvPr>
        </p:nvSpPr>
        <p:spPr>
          <a:xfrm>
            <a:off x="4356809" y="2666318"/>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33" name="Text Placeholder 23">
            <a:extLst>
              <a:ext uri="{FF2B5EF4-FFF2-40B4-BE49-F238E27FC236}">
                <a16:creationId xmlns:a16="http://schemas.microsoft.com/office/drawing/2014/main" id="{1A83EB8D-ED40-4BAC-80EE-11E74BA5D543}"/>
              </a:ext>
            </a:extLst>
          </p:cNvPr>
          <p:cNvSpPr>
            <a:spLocks noGrp="1"/>
          </p:cNvSpPr>
          <p:nvPr>
            <p:ph type="body" sz="quarter" idx="17" hasCustomPrompt="1"/>
          </p:nvPr>
        </p:nvSpPr>
        <p:spPr>
          <a:xfrm>
            <a:off x="8209226" y="2014538"/>
            <a:ext cx="3534208" cy="518874"/>
          </a:xfrm>
        </p:spPr>
        <p:txBody>
          <a:bodyPr/>
          <a:lstStyle>
            <a:lvl1pPr>
              <a:buNone/>
              <a:defRPr b="1"/>
            </a:lvl1pPr>
          </a:lstStyle>
          <a:p>
            <a:pPr lvl="0"/>
            <a:r>
              <a:rPr lang="en-US" dirty="0"/>
              <a:t>Click to add title</a:t>
            </a:r>
          </a:p>
        </p:txBody>
      </p:sp>
      <p:sp>
        <p:nvSpPr>
          <p:cNvPr id="34" name="Text Placeholder 25">
            <a:extLst>
              <a:ext uri="{FF2B5EF4-FFF2-40B4-BE49-F238E27FC236}">
                <a16:creationId xmlns:a16="http://schemas.microsoft.com/office/drawing/2014/main" id="{FAA48909-78A3-4225-8248-6AE681C50EA5}"/>
              </a:ext>
            </a:extLst>
          </p:cNvPr>
          <p:cNvSpPr>
            <a:spLocks noGrp="1"/>
          </p:cNvSpPr>
          <p:nvPr>
            <p:ph type="body" sz="quarter" idx="18" hasCustomPrompt="1"/>
          </p:nvPr>
        </p:nvSpPr>
        <p:spPr>
          <a:xfrm>
            <a:off x="8209226" y="2666318"/>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20" name="Date Placeholder 178">
            <a:extLst>
              <a:ext uri="{FF2B5EF4-FFF2-40B4-BE49-F238E27FC236}">
                <a16:creationId xmlns:a16="http://schemas.microsoft.com/office/drawing/2014/main" id="{AB1287EA-2C67-487A-8E0D-2B45F7A503ED}"/>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7B77A4-4CF4-4A22-A9B5-DAC255FAF53C}"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8/22/2026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21" name="Footer Placeholder 179">
            <a:extLst>
              <a:ext uri="{FF2B5EF4-FFF2-40B4-BE49-F238E27FC236}">
                <a16:creationId xmlns:a16="http://schemas.microsoft.com/office/drawing/2014/main" id="{B33A6E73-75FC-4E5B-80C2-C4D6F49ED73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22" name="Slide Number Placeholder 180">
            <a:extLst>
              <a:ext uri="{FF2B5EF4-FFF2-40B4-BE49-F238E27FC236}">
                <a16:creationId xmlns:a16="http://schemas.microsoft.com/office/drawing/2014/main" id="{77F3BA23-6B20-4DC1-A930-EC3BC07DD791}"/>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35" name="Graphic 38">
            <a:extLst>
              <a:ext uri="{FF2B5EF4-FFF2-40B4-BE49-F238E27FC236}">
                <a16:creationId xmlns:a16="http://schemas.microsoft.com/office/drawing/2014/main" id="{40939DF5-AC28-4DAD-BBF7-99448C2D5BEB}"/>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36" name="Freeform: Shape 35">
              <a:extLst>
                <a:ext uri="{FF2B5EF4-FFF2-40B4-BE49-F238E27FC236}">
                  <a16:creationId xmlns:a16="http://schemas.microsoft.com/office/drawing/2014/main" id="{EBCF1BD2-77CD-45E1-B77C-6235C19B5442}"/>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reeform: Shape 36">
              <a:extLst>
                <a:ext uri="{FF2B5EF4-FFF2-40B4-BE49-F238E27FC236}">
                  <a16:creationId xmlns:a16="http://schemas.microsoft.com/office/drawing/2014/main" id="{CE22D69D-860B-4567-9CE7-F30E5450A692}"/>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3" name="Freeform: Shape 2">
            <a:extLst>
              <a:ext uri="{FF2B5EF4-FFF2-40B4-BE49-F238E27FC236}">
                <a16:creationId xmlns:a16="http://schemas.microsoft.com/office/drawing/2014/main" id="{16820B48-F149-4E55-A3C5-C6D97DCB0EBE}"/>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Tree>
    <p:extLst>
      <p:ext uri="{BB962C8B-B14F-4D97-AF65-F5344CB8AC3E}">
        <p14:creationId xmlns:p14="http://schemas.microsoft.com/office/powerpoint/2010/main" val="8434915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D2CDCAF-CD85-4662-A592-845D42A43C22}"/>
              </a:ext>
              <a:ext uri="{C183D7F6-B498-43B3-948B-1728B52AA6E4}">
                <adec:decorative xmlns:adec="http://schemas.microsoft.com/office/drawing/2017/decorative" val="1"/>
              </a:ext>
            </a:extLst>
          </p:cNvPr>
          <p:cNvGrpSpPr/>
          <p:nvPr userDrawn="1"/>
        </p:nvGrpSpPr>
        <p:grpSpPr>
          <a:xfrm>
            <a:off x="0" y="2"/>
            <a:ext cx="2232252" cy="2361890"/>
            <a:chOff x="0" y="2"/>
            <a:chExt cx="2232252" cy="2361890"/>
          </a:xfrm>
        </p:grpSpPr>
        <p:sp>
          <p:nvSpPr>
            <p:cNvPr id="3" name="Freeform: Shape 2">
              <a:extLst>
                <a:ext uri="{FF2B5EF4-FFF2-40B4-BE49-F238E27FC236}">
                  <a16:creationId xmlns:a16="http://schemas.microsoft.com/office/drawing/2014/main" id="{EFCE107D-488B-4994-BA9A-564E5774802E}"/>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80BD"/>
                </a:solidFill>
                <a:effectLst/>
                <a:uLnTx/>
                <a:uFillTx/>
                <a:latin typeface="Source Sans Pro"/>
                <a:ea typeface="+mn-ea"/>
                <a:cs typeface="+mn-cs"/>
              </a:endParaRPr>
            </a:p>
          </p:txBody>
        </p:sp>
        <p:sp>
          <p:nvSpPr>
            <p:cNvPr id="8" name="Freeform: Shape 7">
              <a:extLst>
                <a:ext uri="{FF2B5EF4-FFF2-40B4-BE49-F238E27FC236}">
                  <a16:creationId xmlns:a16="http://schemas.microsoft.com/office/drawing/2014/main" id="{4CE23D58-D8BD-47F1-8A08-1545434EDDA0}"/>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80BD"/>
                </a:solidFill>
                <a:effectLst/>
                <a:uLnTx/>
                <a:uFillTx/>
                <a:latin typeface="Source Sans Pro"/>
                <a:ea typeface="+mn-ea"/>
                <a:cs typeface="+mn-cs"/>
              </a:endParaRPr>
            </a:p>
          </p:txBody>
        </p:sp>
        <p:sp>
          <p:nvSpPr>
            <p:cNvPr id="5" name="Freeform: Shape 4">
              <a:extLst>
                <a:ext uri="{FF2B5EF4-FFF2-40B4-BE49-F238E27FC236}">
                  <a16:creationId xmlns:a16="http://schemas.microsoft.com/office/drawing/2014/main" id="{406603D7-A9AD-4936-90DC-D8A2A1F2D261}"/>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 name="Freeform: Shape 5">
              <a:extLst>
                <a:ext uri="{FF2B5EF4-FFF2-40B4-BE49-F238E27FC236}">
                  <a16:creationId xmlns:a16="http://schemas.microsoft.com/office/drawing/2014/main" id="{E9DA8193-AE04-4173-B7BB-C770C79E6340}"/>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4" name="Title 1">
            <a:extLst>
              <a:ext uri="{FF2B5EF4-FFF2-40B4-BE49-F238E27FC236}">
                <a16:creationId xmlns:a16="http://schemas.microsoft.com/office/drawing/2014/main" id="{EA2796DC-5724-4DF5-8195-1FABE6D85544}"/>
              </a:ext>
            </a:extLst>
          </p:cNvPr>
          <p:cNvSpPr>
            <a:spLocks noGrp="1"/>
          </p:cNvSpPr>
          <p:nvPr>
            <p:ph type="title"/>
          </p:nvPr>
        </p:nvSpPr>
        <p:spPr>
          <a:xfrm>
            <a:off x="2232251" y="633046"/>
            <a:ext cx="3863749" cy="1314996"/>
          </a:xfrm>
        </p:spPr>
        <p:txBody>
          <a:bodyPr anchor="b"/>
          <a:lstStyle/>
          <a:p>
            <a:endParaRPr lang="en-US" dirty="0"/>
          </a:p>
        </p:txBody>
      </p:sp>
      <p:sp>
        <p:nvSpPr>
          <p:cNvPr id="7" name="Content Placeholder 2">
            <a:extLst>
              <a:ext uri="{FF2B5EF4-FFF2-40B4-BE49-F238E27FC236}">
                <a16:creationId xmlns:a16="http://schemas.microsoft.com/office/drawing/2014/main" id="{0B187FF7-DB6C-4C1A-9548-14E8A3C25529}"/>
              </a:ext>
            </a:extLst>
          </p:cNvPr>
          <p:cNvSpPr>
            <a:spLocks noGrp="1"/>
          </p:cNvSpPr>
          <p:nvPr>
            <p:ph idx="1" hasCustomPrompt="1"/>
          </p:nvPr>
        </p:nvSpPr>
        <p:spPr>
          <a:xfrm>
            <a:off x="2232251" y="2125737"/>
            <a:ext cx="3863749" cy="4044463"/>
          </a:xfrm>
        </p:spPr>
        <p:txBody>
          <a:bodyPr>
            <a:normAutofit/>
          </a:bodyPr>
          <a:lstStyle>
            <a:lvl1pPr marL="0" indent="0">
              <a:lnSpc>
                <a:spcPct val="120000"/>
              </a:lnSpc>
              <a:buNone/>
              <a:defRPr sz="1800"/>
            </a:lvl1pPr>
          </a:lstStyle>
          <a:p>
            <a:pPr>
              <a:lnSpc>
                <a:spcPct val="130000"/>
              </a:lnSpc>
            </a:pPr>
            <a:r>
              <a:rPr lang="en-US" dirty="0"/>
              <a:t>Content</a:t>
            </a:r>
          </a:p>
        </p:txBody>
      </p:sp>
      <p:sp>
        <p:nvSpPr>
          <p:cNvPr id="11" name="Date Placeholder 178">
            <a:extLst>
              <a:ext uri="{FF2B5EF4-FFF2-40B4-BE49-F238E27FC236}">
                <a16:creationId xmlns:a16="http://schemas.microsoft.com/office/drawing/2014/main" id="{B7A60214-A813-4C22-B24B-04F723FF4DEA}"/>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AE4AFDD-7CB2-4D20-AC1F-52C2EB5197C9}"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8/22/2026</a:t>
            </a:fld>
            <a:endParaRPr kumimoji="0" lang="en-US" sz="1200" b="1" i="0" u="none" strike="noStrike" kern="1200" cap="all" spc="100" normalizeH="0" baseline="0" noProof="0" dirty="0">
              <a:ln>
                <a:noFill/>
              </a:ln>
              <a:solidFill>
                <a:prstClr val="black">
                  <a:tint val="75000"/>
                </a:prstClr>
              </a:solidFill>
              <a:effectLst/>
              <a:uLnTx/>
              <a:uFillTx/>
              <a:latin typeface="Source Sans Pro"/>
              <a:cs typeface="+mn-cs"/>
            </a:endParaRPr>
          </a:p>
        </p:txBody>
      </p:sp>
      <p:sp>
        <p:nvSpPr>
          <p:cNvPr id="28" name="Picture Placeholder 27">
            <a:extLst>
              <a:ext uri="{FF2B5EF4-FFF2-40B4-BE49-F238E27FC236}">
                <a16:creationId xmlns:a16="http://schemas.microsoft.com/office/drawing/2014/main" id="{659DC90E-7284-4051-85CA-D8C21417DF7F}"/>
              </a:ext>
            </a:extLst>
          </p:cNvPr>
          <p:cNvSpPr>
            <a:spLocks noGrp="1"/>
          </p:cNvSpPr>
          <p:nvPr>
            <p:ph type="pic" sz="quarter" idx="14"/>
          </p:nvPr>
        </p:nvSpPr>
        <p:spPr>
          <a:xfrm>
            <a:off x="6423487" y="929609"/>
            <a:ext cx="2518114" cy="2518114"/>
          </a:xfrm>
          <a:custGeom>
            <a:avLst/>
            <a:gdLst>
              <a:gd name="connsiteX0" fmla="*/ 1259057 w 2518114"/>
              <a:gd name="connsiteY0" fmla="*/ 0 h 2518114"/>
              <a:gd name="connsiteX1" fmla="*/ 2518114 w 2518114"/>
              <a:gd name="connsiteY1" fmla="*/ 1259057 h 2518114"/>
              <a:gd name="connsiteX2" fmla="*/ 1259057 w 2518114"/>
              <a:gd name="connsiteY2" fmla="*/ 2518114 h 2518114"/>
              <a:gd name="connsiteX3" fmla="*/ 0 w 2518114"/>
              <a:gd name="connsiteY3" fmla="*/ 1259057 h 2518114"/>
              <a:gd name="connsiteX4" fmla="*/ 1259057 w 2518114"/>
              <a:gd name="connsiteY4" fmla="*/ 0 h 2518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8114" h="2518114">
                <a:moveTo>
                  <a:pt x="1259057" y="0"/>
                </a:moveTo>
                <a:cubicBezTo>
                  <a:pt x="1954415" y="0"/>
                  <a:pt x="2518114" y="563699"/>
                  <a:pt x="2518114" y="1259057"/>
                </a:cubicBezTo>
                <a:cubicBezTo>
                  <a:pt x="2518114" y="1954415"/>
                  <a:pt x="1954415" y="2518114"/>
                  <a:pt x="1259057" y="2518114"/>
                </a:cubicBezTo>
                <a:cubicBezTo>
                  <a:pt x="563699" y="2518114"/>
                  <a:pt x="0" y="1954415"/>
                  <a:pt x="0" y="1259057"/>
                </a:cubicBezTo>
                <a:cubicBezTo>
                  <a:pt x="0" y="563699"/>
                  <a:pt x="563699" y="0"/>
                  <a:pt x="1259057" y="0"/>
                </a:cubicBezTo>
                <a:close/>
              </a:path>
            </a:pathLst>
          </a:custGeom>
        </p:spPr>
        <p:txBody>
          <a:bodyPr wrap="square">
            <a:noAutofit/>
          </a:bodyPr>
          <a:lstStyle/>
          <a:p>
            <a:endParaRPr lang="en-US"/>
          </a:p>
        </p:txBody>
      </p:sp>
      <p:sp>
        <p:nvSpPr>
          <p:cNvPr id="25" name="Picture Placeholder 24">
            <a:extLst>
              <a:ext uri="{FF2B5EF4-FFF2-40B4-BE49-F238E27FC236}">
                <a16:creationId xmlns:a16="http://schemas.microsoft.com/office/drawing/2014/main" id="{D399D5A9-622F-4A19-AC14-CE115C15E60E}"/>
              </a:ext>
            </a:extLst>
          </p:cNvPr>
          <p:cNvSpPr>
            <a:spLocks noGrp="1"/>
          </p:cNvSpPr>
          <p:nvPr>
            <p:ph type="pic" sz="quarter" idx="13"/>
          </p:nvPr>
        </p:nvSpPr>
        <p:spPr>
          <a:xfrm>
            <a:off x="9090426" y="86636"/>
            <a:ext cx="2952748" cy="2952748"/>
          </a:xfrm>
          <a:custGeom>
            <a:avLst/>
            <a:gdLst>
              <a:gd name="connsiteX0" fmla="*/ 1476374 w 2952748"/>
              <a:gd name="connsiteY0" fmla="*/ 0 h 2952748"/>
              <a:gd name="connsiteX1" fmla="*/ 2952748 w 2952748"/>
              <a:gd name="connsiteY1" fmla="*/ 1476374 h 2952748"/>
              <a:gd name="connsiteX2" fmla="*/ 1476374 w 2952748"/>
              <a:gd name="connsiteY2" fmla="*/ 2952748 h 2952748"/>
              <a:gd name="connsiteX3" fmla="*/ 0 w 2952748"/>
              <a:gd name="connsiteY3" fmla="*/ 1476374 h 2952748"/>
              <a:gd name="connsiteX4" fmla="*/ 1476374 w 2952748"/>
              <a:gd name="connsiteY4" fmla="*/ 0 h 2952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748" h="2952748">
                <a:moveTo>
                  <a:pt x="1476374" y="0"/>
                </a:moveTo>
                <a:cubicBezTo>
                  <a:pt x="2291753" y="0"/>
                  <a:pt x="2952748" y="660995"/>
                  <a:pt x="2952748" y="1476374"/>
                </a:cubicBezTo>
                <a:cubicBezTo>
                  <a:pt x="2952748" y="2291753"/>
                  <a:pt x="2291753" y="2952748"/>
                  <a:pt x="1476374" y="2952748"/>
                </a:cubicBezTo>
                <a:cubicBezTo>
                  <a:pt x="660995" y="2952748"/>
                  <a:pt x="0" y="2291753"/>
                  <a:pt x="0" y="1476374"/>
                </a:cubicBezTo>
                <a:cubicBezTo>
                  <a:pt x="0" y="660995"/>
                  <a:pt x="660995" y="0"/>
                  <a:pt x="1476374" y="0"/>
                </a:cubicBezTo>
                <a:close/>
              </a:path>
            </a:pathLst>
          </a:custGeom>
        </p:spPr>
        <p:txBody>
          <a:bodyPr wrap="square">
            <a:noAutofit/>
          </a:bodyPr>
          <a:lstStyle/>
          <a:p>
            <a:endParaRPr lang="en-US"/>
          </a:p>
        </p:txBody>
      </p:sp>
      <p:grpSp>
        <p:nvGrpSpPr>
          <p:cNvPr id="9" name="Group 8">
            <a:extLst>
              <a:ext uri="{FF2B5EF4-FFF2-40B4-BE49-F238E27FC236}">
                <a16:creationId xmlns:a16="http://schemas.microsoft.com/office/drawing/2014/main" id="{8DB95C10-057C-4318-8E35-14CA6421DBCA}"/>
              </a:ext>
              <a:ext uri="{C183D7F6-B498-43B3-948B-1728B52AA6E4}">
                <adec:decorative xmlns:adec="http://schemas.microsoft.com/office/drawing/2017/decorative" val="1"/>
              </a:ext>
            </a:extLst>
          </p:cNvPr>
          <p:cNvGrpSpPr/>
          <p:nvPr userDrawn="1"/>
        </p:nvGrpSpPr>
        <p:grpSpPr>
          <a:xfrm>
            <a:off x="10051176" y="4803984"/>
            <a:ext cx="2140824" cy="2054016"/>
            <a:chOff x="10051176" y="4803984"/>
            <a:chExt cx="2140824" cy="2054016"/>
          </a:xfrm>
        </p:grpSpPr>
        <p:sp>
          <p:nvSpPr>
            <p:cNvPr id="12" name="Freeform: Shape 11">
              <a:extLst>
                <a:ext uri="{FF2B5EF4-FFF2-40B4-BE49-F238E27FC236}">
                  <a16:creationId xmlns:a16="http://schemas.microsoft.com/office/drawing/2014/main" id="{CBE7134B-D795-425D-A988-E8D6CD66E8EF}"/>
                </a:ext>
                <a:ext uri="{C183D7F6-B498-43B3-948B-1728B52AA6E4}">
                  <adec:decorative xmlns:adec="http://schemas.microsoft.com/office/drawing/2017/decorative" val="1"/>
                </a:ext>
              </a:extLst>
            </p:cNvPr>
            <p:cNvSpPr/>
            <p:nvPr userDrawn="1"/>
          </p:nvSpPr>
          <p:spPr>
            <a:xfrm>
              <a:off x="10051176" y="4803984"/>
              <a:ext cx="2140824" cy="205401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243741EC-3B24-4CBF-99F9-F7F4944C0438}"/>
                </a:ext>
                <a:ext uri="{C183D7F6-B498-43B3-948B-1728B52AA6E4}">
                  <adec:decorative xmlns:adec="http://schemas.microsoft.com/office/drawing/2017/decorative" val="1"/>
                </a:ext>
              </a:extLst>
            </p:cNvPr>
            <p:cNvSpPr/>
            <p:nvPr userDrawn="1"/>
          </p:nvSpPr>
          <p:spPr>
            <a:xfrm>
              <a:off x="10051176" y="4803984"/>
              <a:ext cx="2140824" cy="205401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grpSp>
      <p:sp>
        <p:nvSpPr>
          <p:cNvPr id="32" name="Picture Placeholder 31">
            <a:extLst>
              <a:ext uri="{FF2B5EF4-FFF2-40B4-BE49-F238E27FC236}">
                <a16:creationId xmlns:a16="http://schemas.microsoft.com/office/drawing/2014/main" id="{A981E0B7-6C4A-4ABD-9E79-2CC68B36BABC}"/>
              </a:ext>
            </a:extLst>
          </p:cNvPr>
          <p:cNvSpPr>
            <a:spLocks noGrp="1"/>
          </p:cNvSpPr>
          <p:nvPr>
            <p:ph type="pic" sz="quarter" idx="15"/>
          </p:nvPr>
        </p:nvSpPr>
        <p:spPr>
          <a:xfrm>
            <a:off x="7682545" y="3175909"/>
            <a:ext cx="3454390" cy="3454390"/>
          </a:xfrm>
          <a:custGeom>
            <a:avLst/>
            <a:gdLst>
              <a:gd name="connsiteX0" fmla="*/ 1727195 w 3454390"/>
              <a:gd name="connsiteY0" fmla="*/ 0 h 3454390"/>
              <a:gd name="connsiteX1" fmla="*/ 3454390 w 3454390"/>
              <a:gd name="connsiteY1" fmla="*/ 1727195 h 3454390"/>
              <a:gd name="connsiteX2" fmla="*/ 1727195 w 3454390"/>
              <a:gd name="connsiteY2" fmla="*/ 3454390 h 3454390"/>
              <a:gd name="connsiteX3" fmla="*/ 0 w 3454390"/>
              <a:gd name="connsiteY3" fmla="*/ 1727195 h 3454390"/>
              <a:gd name="connsiteX4" fmla="*/ 1727195 w 3454390"/>
              <a:gd name="connsiteY4" fmla="*/ 0 h 3454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4390" h="3454390">
                <a:moveTo>
                  <a:pt x="1727195" y="0"/>
                </a:moveTo>
                <a:cubicBezTo>
                  <a:pt x="2681098" y="0"/>
                  <a:pt x="3454390" y="773292"/>
                  <a:pt x="3454390" y="1727195"/>
                </a:cubicBezTo>
                <a:cubicBezTo>
                  <a:pt x="3454390" y="2681098"/>
                  <a:pt x="2681098" y="3454390"/>
                  <a:pt x="1727195" y="3454390"/>
                </a:cubicBezTo>
                <a:cubicBezTo>
                  <a:pt x="773292" y="3454390"/>
                  <a:pt x="0" y="2681098"/>
                  <a:pt x="0" y="1727195"/>
                </a:cubicBezTo>
                <a:cubicBezTo>
                  <a:pt x="0" y="773292"/>
                  <a:pt x="773292" y="0"/>
                  <a:pt x="1727195" y="0"/>
                </a:cubicBezTo>
                <a:close/>
              </a:path>
            </a:pathLst>
          </a:custGeom>
        </p:spPr>
        <p:txBody>
          <a:bodyPr wrap="square">
            <a:noAutofit/>
          </a:bodyPr>
          <a:lstStyle/>
          <a:p>
            <a:endParaRPr lang="en-US"/>
          </a:p>
        </p:txBody>
      </p:sp>
      <p:sp>
        <p:nvSpPr>
          <p:cNvPr id="21" name="Footer Placeholder 179">
            <a:extLst>
              <a:ext uri="{FF2B5EF4-FFF2-40B4-BE49-F238E27FC236}">
                <a16:creationId xmlns:a16="http://schemas.microsoft.com/office/drawing/2014/main" id="{4E9FB417-D03A-4615-A2E4-F1D3EF9782A4}"/>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endParaRPr kumimoji="0" lang="en-US" sz="1200" b="1" i="0" u="none" strike="noStrike" kern="1200" cap="all" spc="100" normalizeH="0" baseline="0" noProof="0" dirty="0">
              <a:ln>
                <a:noFill/>
              </a:ln>
              <a:solidFill>
                <a:prstClr val="black">
                  <a:tint val="75000"/>
                </a:prstClr>
              </a:solidFill>
              <a:effectLst/>
              <a:uLnTx/>
              <a:uFillTx/>
              <a:latin typeface="Source Sans Pro"/>
              <a:cs typeface="+mn-cs"/>
            </a:endParaRPr>
          </a:p>
        </p:txBody>
      </p:sp>
      <p:sp>
        <p:nvSpPr>
          <p:cNvPr id="22" name="Slide Number Placeholder 180">
            <a:extLst>
              <a:ext uri="{FF2B5EF4-FFF2-40B4-BE49-F238E27FC236}">
                <a16:creationId xmlns:a16="http://schemas.microsoft.com/office/drawing/2014/main" id="{389AD2FD-902A-43AD-8B8C-AABCC05CEF1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dirty="0">
              <a:ln>
                <a:noFill/>
              </a:ln>
              <a:solidFill>
                <a:prstClr val="black">
                  <a:tint val="75000"/>
                </a:prstClr>
              </a:solidFill>
              <a:effectLst/>
              <a:uLnTx/>
              <a:uFillTx/>
              <a:latin typeface="Source Sans Pro"/>
              <a:cs typeface="+mn-cs"/>
            </a:endParaRPr>
          </a:p>
        </p:txBody>
      </p:sp>
    </p:spTree>
    <p:extLst>
      <p:ext uri="{BB962C8B-B14F-4D97-AF65-F5344CB8AC3E}">
        <p14:creationId xmlns:p14="http://schemas.microsoft.com/office/powerpoint/2010/main" val="985492127"/>
      </p:ext>
    </p:extLst>
  </p:cSld>
  <p:clrMapOvr>
    <a:masterClrMapping/>
  </p:clrMapOvr>
  <p:hf hdr="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8968B4A-D2FD-4982-8334-0183B81B5317}"/>
              </a:ext>
              <a:ext uri="{C183D7F6-B498-43B3-948B-1728B52AA6E4}">
                <adec:decorative xmlns:adec="http://schemas.microsoft.com/office/drawing/2017/decorative" val="1"/>
              </a:ext>
            </a:extLst>
          </p:cNvPr>
          <p:cNvGrpSpPr/>
          <p:nvPr userDrawn="1"/>
        </p:nvGrpSpPr>
        <p:grpSpPr>
          <a:xfrm>
            <a:off x="6835096" y="657544"/>
            <a:ext cx="4843727" cy="5534144"/>
            <a:chOff x="1674895" y="1345036"/>
            <a:chExt cx="5428610" cy="4210939"/>
          </a:xfrm>
        </p:grpSpPr>
        <p:sp>
          <p:nvSpPr>
            <p:cNvPr id="5" name="Rectangle 4">
              <a:extLst>
                <a:ext uri="{FF2B5EF4-FFF2-40B4-BE49-F238E27FC236}">
                  <a16:creationId xmlns:a16="http://schemas.microsoft.com/office/drawing/2014/main" id="{643A288F-C28C-4225-9247-AF58A824B944}"/>
                </a:ext>
              </a:extLst>
            </p:cNvPr>
            <p:cNvSpPr/>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6" name="Rectangle 5">
              <a:extLst>
                <a:ext uri="{FF2B5EF4-FFF2-40B4-BE49-F238E27FC236}">
                  <a16:creationId xmlns:a16="http://schemas.microsoft.com/office/drawing/2014/main" id="{B362DD31-8718-4A1F-966C-96DD1FE1C299}"/>
                </a:ext>
              </a:extLst>
            </p:cNvPr>
            <p:cNvSpPr/>
            <p:nvPr/>
          </p:nvSpPr>
          <p:spPr>
            <a:xfrm>
              <a:off x="1674895" y="1345036"/>
              <a:ext cx="5428610" cy="4210939"/>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useBgFill="1">
        <p:nvSpPr>
          <p:cNvPr id="7" name="Rectangle 6">
            <a:extLst>
              <a:ext uri="{FF2B5EF4-FFF2-40B4-BE49-F238E27FC236}">
                <a16:creationId xmlns:a16="http://schemas.microsoft.com/office/drawing/2014/main" id="{014FAF08-7ED8-4FA5-BD29-1D7472D4A37A}"/>
              </a:ext>
              <a:ext uri="{C183D7F6-B498-43B3-948B-1728B52AA6E4}">
                <adec:decorative xmlns:adec="http://schemas.microsoft.com/office/drawing/2017/decorative" val="1"/>
              </a:ext>
            </a:extLst>
          </p:cNvPr>
          <p:cNvSpPr/>
          <p:nvPr userDrawn="1"/>
        </p:nvSpPr>
        <p:spPr>
          <a:xfrm>
            <a:off x="6688435" y="401247"/>
            <a:ext cx="4860256" cy="5669873"/>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 name="Title 1">
            <a:extLst>
              <a:ext uri="{FF2B5EF4-FFF2-40B4-BE49-F238E27FC236}">
                <a16:creationId xmlns:a16="http://schemas.microsoft.com/office/drawing/2014/main" id="{568ABF40-D991-4FCE-943D-B4F291810CBD}"/>
              </a:ext>
            </a:extLst>
          </p:cNvPr>
          <p:cNvSpPr>
            <a:spLocks noGrp="1"/>
          </p:cNvSpPr>
          <p:nvPr>
            <p:ph type="ctrTitle" hasCustomPrompt="1"/>
          </p:nvPr>
        </p:nvSpPr>
        <p:spPr>
          <a:xfrm>
            <a:off x="7012297" y="786881"/>
            <a:ext cx="4203323" cy="2927350"/>
          </a:xfrm>
        </p:spPr>
        <p:txBody>
          <a:bodyPr>
            <a:normAutofit/>
          </a:bodyPr>
          <a:lstStyle>
            <a:lvl1pPr algn="ctr">
              <a:defRPr sz="6000" b="1" spc="1500" baseline="0"/>
            </a:lvl1pPr>
          </a:lstStyle>
          <a:p>
            <a:r>
              <a:rPr lang="en-US" dirty="0"/>
              <a:t>CLICK TO ADD TITLE</a:t>
            </a:r>
          </a:p>
        </p:txBody>
      </p:sp>
      <p:sp>
        <p:nvSpPr>
          <p:cNvPr id="9" name="Subtitle 2">
            <a:extLst>
              <a:ext uri="{FF2B5EF4-FFF2-40B4-BE49-F238E27FC236}">
                <a16:creationId xmlns:a16="http://schemas.microsoft.com/office/drawing/2014/main" id="{70199C9F-8FAF-4960-9022-506D5D8424DB}"/>
              </a:ext>
            </a:extLst>
          </p:cNvPr>
          <p:cNvSpPr>
            <a:spLocks noGrp="1"/>
          </p:cNvSpPr>
          <p:nvPr>
            <p:ph type="subTitle" idx="1" hasCustomPrompt="1"/>
          </p:nvPr>
        </p:nvSpPr>
        <p:spPr>
          <a:xfrm>
            <a:off x="7012297" y="3970527"/>
            <a:ext cx="4203323" cy="1647919"/>
          </a:xfrm>
        </p:spPr>
        <p:txBody>
          <a:bodyPr>
            <a:normAutofit/>
          </a:bodyPr>
          <a:lstStyle>
            <a:lvl1pPr marL="0" algn="ctr">
              <a:buNone/>
              <a:defRPr sz="2400" b="0" spc="400" baseline="0"/>
            </a:lvl1pPr>
          </a:lstStyle>
          <a:p>
            <a:r>
              <a:rPr lang="en-US" dirty="0"/>
              <a:t>CLICK TO ADD SUBTITLE</a:t>
            </a:r>
          </a:p>
        </p:txBody>
      </p:sp>
      <p:sp>
        <p:nvSpPr>
          <p:cNvPr id="27" name="Picture Placeholder 25">
            <a:extLst>
              <a:ext uri="{FF2B5EF4-FFF2-40B4-BE49-F238E27FC236}">
                <a16:creationId xmlns:a16="http://schemas.microsoft.com/office/drawing/2014/main" id="{0AAD2801-C4B6-4F9D-8713-2109D15B120E}"/>
              </a:ext>
            </a:extLst>
          </p:cNvPr>
          <p:cNvSpPr>
            <a:spLocks noGrp="1"/>
          </p:cNvSpPr>
          <p:nvPr>
            <p:ph type="pic" sz="quarter" idx="13" hasCustomPrompt="1"/>
          </p:nvPr>
        </p:nvSpPr>
        <p:spPr>
          <a:xfrm>
            <a:off x="1292225" y="1149350"/>
            <a:ext cx="4792663" cy="4227513"/>
          </a:xfrm>
        </p:spPr>
        <p:txBody>
          <a:bodyPr/>
          <a:lstStyle>
            <a:lvl1pPr>
              <a:buNone/>
              <a:defRPr/>
            </a:lvl1pPr>
          </a:lstStyle>
          <a:p>
            <a:r>
              <a:rPr lang="en-US" dirty="0"/>
              <a:t>Click to add photo</a:t>
            </a:r>
          </a:p>
        </p:txBody>
      </p:sp>
      <p:grpSp>
        <p:nvGrpSpPr>
          <p:cNvPr id="18" name="Graphic 185">
            <a:extLst>
              <a:ext uri="{FF2B5EF4-FFF2-40B4-BE49-F238E27FC236}">
                <a16:creationId xmlns:a16="http://schemas.microsoft.com/office/drawing/2014/main" id="{93CF5D64-69BB-4E77-ADC8-7D645E7AA4F1}"/>
              </a:ext>
              <a:ext uri="{C183D7F6-B498-43B3-948B-1728B52AA6E4}">
                <adec:decorative xmlns:adec="http://schemas.microsoft.com/office/drawing/2017/decorative" val="1"/>
              </a:ext>
            </a:extLst>
          </p:cNvPr>
          <p:cNvGrpSpPr/>
          <p:nvPr userDrawn="1"/>
        </p:nvGrpSpPr>
        <p:grpSpPr>
          <a:xfrm>
            <a:off x="3220677" y="5565632"/>
            <a:ext cx="1054467" cy="469689"/>
            <a:chOff x="9841624" y="4115729"/>
            <a:chExt cx="602170" cy="268223"/>
          </a:xfrm>
          <a:solidFill>
            <a:schemeClr val="tx1"/>
          </a:solidFill>
        </p:grpSpPr>
        <p:sp>
          <p:nvSpPr>
            <p:cNvPr id="19" name="Freeform: Shape 18">
              <a:extLst>
                <a:ext uri="{FF2B5EF4-FFF2-40B4-BE49-F238E27FC236}">
                  <a16:creationId xmlns:a16="http://schemas.microsoft.com/office/drawing/2014/main" id="{019D8F1E-2249-41BC-B8BD-4C8F7824B1B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reeform: Shape 19">
              <a:extLst>
                <a:ext uri="{FF2B5EF4-FFF2-40B4-BE49-F238E27FC236}">
                  <a16:creationId xmlns:a16="http://schemas.microsoft.com/office/drawing/2014/main" id="{0834381D-9229-4B35-A551-0A2EBC5395D4}"/>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 name="Freeform: Shape 20">
              <a:extLst>
                <a:ext uri="{FF2B5EF4-FFF2-40B4-BE49-F238E27FC236}">
                  <a16:creationId xmlns:a16="http://schemas.microsoft.com/office/drawing/2014/main" id="{D9AAD997-2ABB-43CB-81B3-6508602D44B7}"/>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reeform: Shape 21">
              <a:extLst>
                <a:ext uri="{FF2B5EF4-FFF2-40B4-BE49-F238E27FC236}">
                  <a16:creationId xmlns:a16="http://schemas.microsoft.com/office/drawing/2014/main" id="{D77AF2C8-42E5-4E03-B110-57855A3EA4A0}"/>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 name="Freeform: Shape 22">
              <a:extLst>
                <a:ext uri="{FF2B5EF4-FFF2-40B4-BE49-F238E27FC236}">
                  <a16:creationId xmlns:a16="http://schemas.microsoft.com/office/drawing/2014/main" id="{0A98E12C-BD74-4556-8CE5-24BDB9B92957}"/>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16" name="Date Placeholder 8">
            <a:extLst>
              <a:ext uri="{FF2B5EF4-FFF2-40B4-BE49-F238E27FC236}">
                <a16:creationId xmlns:a16="http://schemas.microsoft.com/office/drawing/2014/main" id="{19544747-A258-414B-A18E-FE0D00F027A1}"/>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316A50D-34F2-44A7-8571-190078F734C3}"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8/22/2026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17" name="Footer Placeholder 9">
            <a:extLst>
              <a:ext uri="{FF2B5EF4-FFF2-40B4-BE49-F238E27FC236}">
                <a16:creationId xmlns:a16="http://schemas.microsoft.com/office/drawing/2014/main" id="{80C9B95E-5D5F-4B79-BBC6-AA8023F361C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24" name="Slide Number Placeholder 10">
            <a:extLst>
              <a:ext uri="{FF2B5EF4-FFF2-40B4-BE49-F238E27FC236}">
                <a16:creationId xmlns:a16="http://schemas.microsoft.com/office/drawing/2014/main" id="{B5FBBF51-B6B9-4243-98A9-DDFADA05411D}"/>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50C42-9A0B-4425-92C2-70FCF7C45734}"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29" name="Group 28">
            <a:extLst>
              <a:ext uri="{FF2B5EF4-FFF2-40B4-BE49-F238E27FC236}">
                <a16:creationId xmlns:a16="http://schemas.microsoft.com/office/drawing/2014/main" id="{1999C8F0-23CF-43DE-A39C-94B126C6EF63}"/>
              </a:ext>
              <a:ext uri="{C183D7F6-B498-43B3-948B-1728B52AA6E4}">
                <adec:decorative xmlns:adec="http://schemas.microsoft.com/office/drawing/2017/decorative" val="1"/>
              </a:ext>
            </a:extLst>
          </p:cNvPr>
          <p:cNvGrpSpPr/>
          <p:nvPr userDrawn="1"/>
        </p:nvGrpSpPr>
        <p:grpSpPr>
          <a:xfrm>
            <a:off x="0" y="431836"/>
            <a:ext cx="1861854" cy="717514"/>
            <a:chOff x="0" y="1580033"/>
            <a:chExt cx="1861854" cy="717514"/>
          </a:xfrm>
        </p:grpSpPr>
        <p:sp>
          <p:nvSpPr>
            <p:cNvPr id="30" name="Freeform: Shape 29">
              <a:extLst>
                <a:ext uri="{FF2B5EF4-FFF2-40B4-BE49-F238E27FC236}">
                  <a16:creationId xmlns:a16="http://schemas.microsoft.com/office/drawing/2014/main" id="{1F9B7492-8A54-4020-83A1-E2AEE5724245}"/>
                </a:ext>
                <a:ext uri="{C183D7F6-B498-43B3-948B-1728B52AA6E4}">
                  <adec:decorative xmlns:adec="http://schemas.microsoft.com/office/drawing/2017/decorative" val="1"/>
                </a:ext>
              </a:extLst>
            </p:cNvPr>
            <p:cNvSpPr/>
            <p:nvPr userDrawn="1"/>
          </p:nvSpPr>
          <p:spPr>
            <a:xfrm>
              <a:off x="0" y="158003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 name="Freeform: Shape 30">
              <a:extLst>
                <a:ext uri="{FF2B5EF4-FFF2-40B4-BE49-F238E27FC236}">
                  <a16:creationId xmlns:a16="http://schemas.microsoft.com/office/drawing/2014/main" id="{39DA5407-EA48-4921-BA3C-71E94101C72C}"/>
                </a:ext>
                <a:ext uri="{C183D7F6-B498-43B3-948B-1728B52AA6E4}">
                  <adec:decorative xmlns:adec="http://schemas.microsoft.com/office/drawing/2017/decorative" val="1"/>
                </a:ext>
              </a:extLst>
            </p:cNvPr>
            <p:cNvSpPr/>
            <p:nvPr userDrawn="1"/>
          </p:nvSpPr>
          <p:spPr>
            <a:xfrm>
              <a:off x="0" y="201976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nvGrpSpPr>
          <p:cNvPr id="35" name="Group 34">
            <a:extLst>
              <a:ext uri="{FF2B5EF4-FFF2-40B4-BE49-F238E27FC236}">
                <a16:creationId xmlns:a16="http://schemas.microsoft.com/office/drawing/2014/main" id="{0AC95BD4-4EFC-45C6-B985-229FD300B1ED}"/>
              </a:ext>
              <a:ext uri="{C183D7F6-B498-43B3-948B-1728B52AA6E4}">
                <adec:decorative xmlns:adec="http://schemas.microsoft.com/office/drawing/2017/decorative" val="1"/>
              </a:ext>
            </a:extLst>
          </p:cNvPr>
          <p:cNvGrpSpPr/>
          <p:nvPr userDrawn="1"/>
        </p:nvGrpSpPr>
        <p:grpSpPr>
          <a:xfrm>
            <a:off x="6519255" y="3650586"/>
            <a:ext cx="319941" cy="319941"/>
            <a:chOff x="1126512" y="4357092"/>
            <a:chExt cx="319941" cy="319941"/>
          </a:xfrm>
        </p:grpSpPr>
        <p:sp>
          <p:nvSpPr>
            <p:cNvPr id="36" name="Oval 35">
              <a:extLst>
                <a:ext uri="{FF2B5EF4-FFF2-40B4-BE49-F238E27FC236}">
                  <a16:creationId xmlns:a16="http://schemas.microsoft.com/office/drawing/2014/main" id="{A4784AD1-E3D1-4566-9041-95AAA1DA8101}"/>
                </a:ext>
                <a:ext uri="{C183D7F6-B498-43B3-948B-1728B52AA6E4}">
                  <adec:decorative xmlns:adec="http://schemas.microsoft.com/office/drawing/2017/decorative" val="1"/>
                </a:ext>
              </a:extLst>
            </p:cNvPr>
            <p:cNvSpPr/>
            <p:nvPr userDrawn="1"/>
          </p:nvSpPr>
          <p:spPr>
            <a:xfrm>
              <a:off x="1126512" y="4357092"/>
              <a:ext cx="319941" cy="31994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7" name="Oval 36">
              <a:extLst>
                <a:ext uri="{FF2B5EF4-FFF2-40B4-BE49-F238E27FC236}">
                  <a16:creationId xmlns:a16="http://schemas.microsoft.com/office/drawing/2014/main" id="{0147C571-802C-479F-B289-5F5D178E92EA}"/>
                </a:ext>
                <a:ext uri="{C183D7F6-B498-43B3-948B-1728B52AA6E4}">
                  <adec:decorative xmlns:adec="http://schemas.microsoft.com/office/drawing/2017/decorative" val="1"/>
                </a:ext>
              </a:extLst>
            </p:cNvPr>
            <p:cNvSpPr/>
            <p:nvPr userDrawn="1"/>
          </p:nvSpPr>
          <p:spPr>
            <a:xfrm>
              <a:off x="1126512" y="4357092"/>
              <a:ext cx="319941" cy="319941"/>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Tree>
    <p:extLst>
      <p:ext uri="{BB962C8B-B14F-4D97-AF65-F5344CB8AC3E}">
        <p14:creationId xmlns:p14="http://schemas.microsoft.com/office/powerpoint/2010/main" val="2742788423"/>
      </p:ext>
    </p:extLst>
  </p:cSld>
  <p:clrMapOvr>
    <a:masterClrMapping/>
  </p:clrMapOvr>
  <p:hf hdr="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r>
              <a:rPr lang="en-US" dirty="0"/>
              <a:t>
              </a:t>
            </a:r>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82B9AEC8-204B-4AD5-8041-BCAF36A74EBE}" type="datetimeFigureOut">
              <a:rPr lang="en-US" dirty="0"/>
              <a:t>8/22/2026</a:t>
            </a:fld>
            <a:endParaRPr lang="en-US" dirty="0"/>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27F8DDA4-3B80-4E8A-A8F5-521F73BF9127}" type="slidenum">
              <a:rPr lang="en-US" dirty="0"/>
              <a:t>‹#›</a:t>
            </a:fld>
            <a:endParaRPr lang="en-US" dirty="0"/>
          </a:p>
        </p:txBody>
      </p:sp>
    </p:spTree>
    <p:extLst>
      <p:ext uri="{BB962C8B-B14F-4D97-AF65-F5344CB8AC3E}">
        <p14:creationId xmlns:p14="http://schemas.microsoft.com/office/powerpoint/2010/main" val="2869409709"/>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 id="2147483772" r:id="rId17"/>
    <p:sldLayoutId id="2147483773" r:id="rId18"/>
    <p:sldLayoutId id="2147483774" r:id="rId19"/>
    <p:sldLayoutId id="2147483775" r:id="rId20"/>
    <p:sldLayoutId id="2147483776" r:id="rId21"/>
    <p:sldLayoutId id="2147483777" r:id="rId22"/>
    <p:sldLayoutId id="2147483778" r:id="rId23"/>
    <p:sldLayoutId id="2147483779" r:id="rId24"/>
    <p:sldLayoutId id="2147483780" r:id="rId25"/>
    <p:sldLayoutId id="2147483781" r:id="rId26"/>
    <p:sldLayoutId id="2147483782" r:id="rId27"/>
    <p:sldLayoutId id="2147483783" r:id="rId28"/>
    <p:sldLayoutId id="2147483784" r:id="rId29"/>
    <p:sldLayoutId id="2147483785" r:id="rId30"/>
    <p:sldLayoutId id="2147483786" r:id="rId31"/>
    <p:sldLayoutId id="2147483787" r:id="rId32"/>
    <p:sldLayoutId id="2147483788" r:id="rId33"/>
    <p:sldLayoutId id="2147483789" r:id="rId34"/>
    <p:sldLayoutId id="2147483790" r:id="rId35"/>
    <p:sldLayoutId id="2147483791" r:id="rId36"/>
    <p:sldLayoutId id="2147483792" r:id="rId37"/>
    <p:sldLayoutId id="2147483793" r:id="rId38"/>
    <p:sldLayoutId id="2147483794" r:id="rId39"/>
  </p:sldLayoutIdLst>
  <p:hf hdr="0"/>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864" userDrawn="1">
          <p15:clr>
            <a:srgbClr val="F26B43"/>
          </p15:clr>
        </p15:guide>
        <p15:guide id="3" pos="432" userDrawn="1">
          <p15:clr>
            <a:srgbClr val="F26B43"/>
          </p15:clr>
        </p15:guide>
        <p15:guide id="4" orient="horz" pos="3912" userDrawn="1">
          <p15:clr>
            <a:srgbClr val="F26B43"/>
          </p15:clr>
        </p15:guide>
        <p15:guide id="5" orient="horz" pos="3504" userDrawn="1">
          <p15:clr>
            <a:srgbClr val="F26B43"/>
          </p15:clr>
        </p15:guide>
        <p15:guide id="6" orient="horz" pos="3024" userDrawn="1">
          <p15:clr>
            <a:srgbClr val="F26B43"/>
          </p15:clr>
        </p15:guide>
        <p15:guide id="7" orient="horz" pos="2592" userDrawn="1">
          <p15:clr>
            <a:srgbClr val="F26B43"/>
          </p15:clr>
        </p15:guide>
        <p15:guide id="8" orient="horz" pos="1728" userDrawn="1">
          <p15:clr>
            <a:srgbClr val="F26B43"/>
          </p15:clr>
        </p15:guide>
        <p15:guide id="9" orient="horz" pos="1296" userDrawn="1">
          <p15:clr>
            <a:srgbClr val="F26B43"/>
          </p15:clr>
        </p15:guide>
        <p15:guide id="10" orient="horz" pos="864" userDrawn="1">
          <p15:clr>
            <a:srgbClr val="F26B43"/>
          </p15:clr>
        </p15:guide>
        <p15:guide id="11" orient="horz" pos="432" userDrawn="1">
          <p15:clr>
            <a:srgbClr val="F26B43"/>
          </p15:clr>
        </p15:guide>
        <p15:guide id="12" pos="1296" userDrawn="1">
          <p15:clr>
            <a:srgbClr val="F26B43"/>
          </p15:clr>
        </p15:guide>
        <p15:guide id="13" pos="1728" userDrawn="1">
          <p15:clr>
            <a:srgbClr val="F26B43"/>
          </p15:clr>
        </p15:guide>
        <p15:guide id="18" pos="2160" userDrawn="1">
          <p15:clr>
            <a:srgbClr val="F26B43"/>
          </p15:clr>
        </p15:guide>
        <p15:guide id="20" pos="5520" userDrawn="1">
          <p15:clr>
            <a:srgbClr val="F26B43"/>
          </p15:clr>
        </p15:guide>
        <p15:guide id="21" pos="5952" userDrawn="1">
          <p15:clr>
            <a:srgbClr val="F26B43"/>
          </p15:clr>
        </p15:guide>
        <p15:guide id="22" pos="6384" userDrawn="1">
          <p15:clr>
            <a:srgbClr val="F26B43"/>
          </p15:clr>
        </p15:guide>
        <p15:guide id="24" pos="6816" userDrawn="1">
          <p15:clr>
            <a:srgbClr val="F26B43"/>
          </p15:clr>
        </p15:guide>
        <p15:guide id="25" pos="7248" userDrawn="1">
          <p15:clr>
            <a:srgbClr val="F26B43"/>
          </p15:clr>
        </p15:guide>
        <p15:guide id="26" pos="5088" userDrawn="1">
          <p15:clr>
            <a:srgbClr val="F26B43"/>
          </p15:clr>
        </p15:guide>
        <p15:guide id="27" pos="4656" userDrawn="1">
          <p15:clr>
            <a:srgbClr val="F26B43"/>
          </p15:clr>
        </p15:guide>
        <p15:guide id="28" pos="4224" userDrawn="1">
          <p15:clr>
            <a:srgbClr val="F26B43"/>
          </p15:clr>
        </p15:guide>
        <p15:guide id="29" pos="2592" userDrawn="1">
          <p15:clr>
            <a:srgbClr val="F26B43"/>
          </p15:clr>
        </p15:guide>
        <p15:guide id="30" pos="3024" userDrawn="1">
          <p15:clr>
            <a:srgbClr val="F26B43"/>
          </p15:clr>
        </p15:guide>
        <p15:guide id="31" pos="3456" userDrawn="1">
          <p15:clr>
            <a:srgbClr val="F26B43"/>
          </p15:clr>
        </p15:guide>
        <p15:guide id="32" orient="horz" pos="64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itle 79">
            <a:extLst>
              <a:ext uri="{FF2B5EF4-FFF2-40B4-BE49-F238E27FC236}">
                <a16:creationId xmlns:a16="http://schemas.microsoft.com/office/drawing/2014/main" id="{02394CBA-755F-42B7-BF28-BDBB599FAAFF}"/>
              </a:ext>
            </a:extLst>
          </p:cNvPr>
          <p:cNvSpPr>
            <a:spLocks noGrp="1"/>
          </p:cNvSpPr>
          <p:nvPr>
            <p:ph type="ctrTitle"/>
          </p:nvPr>
        </p:nvSpPr>
        <p:spPr>
          <a:xfrm>
            <a:off x="1521269" y="893220"/>
            <a:ext cx="4579668" cy="3028072"/>
          </a:xfrm>
        </p:spPr>
        <p:txBody>
          <a:bodyPr/>
          <a:lstStyle/>
          <a:p>
            <a:pPr marL="0" marR="0" lvl="0" indent="0" defTabSz="914400" rtl="0" eaLnBrk="1" fontAlgn="auto" latinLnBrk="0" hangingPunct="1">
              <a:lnSpc>
                <a:spcPct val="100000"/>
              </a:lnSpc>
              <a:spcBef>
                <a:spcPts val="0"/>
              </a:spcBef>
              <a:spcAft>
                <a:spcPts val="0"/>
              </a:spcAft>
              <a:tabLst/>
              <a:defRPr/>
            </a:pPr>
            <a:r>
              <a:rPr kumimoji="0" lang="en-IN" sz="5400" b="1" i="0" u="none" strike="noStrike" kern="1200" cap="none" spc="0" normalizeH="0" baseline="0" noProof="0" dirty="0">
                <a:ln>
                  <a:noFill/>
                </a:ln>
                <a:solidFill>
                  <a:schemeClr val="accent2">
                    <a:lumMod val="75000"/>
                  </a:schemeClr>
                </a:solidFill>
                <a:effectLst/>
                <a:uLnTx/>
                <a:uFillTx/>
                <a:latin typeface="Arial Black" panose="020B0A04020102020204" pitchFamily="34" charset="0"/>
                <a:ea typeface="+mn-ea"/>
                <a:cs typeface="+mn-cs"/>
              </a:rPr>
              <a:t>AstroSage Analysis</a:t>
            </a:r>
            <a:br>
              <a:rPr kumimoji="0" lang="en-IN" sz="4800" b="0" i="0" u="none" strike="noStrike" kern="1200" cap="none" spc="0" normalizeH="0" baseline="0" noProof="0" dirty="0">
                <a:ln>
                  <a:noFill/>
                </a:ln>
                <a:solidFill>
                  <a:prstClr val="black">
                    <a:lumMod val="85000"/>
                    <a:lumOff val="15000"/>
                  </a:prstClr>
                </a:solidFill>
                <a:effectLst/>
                <a:uLnTx/>
                <a:uFillTx/>
                <a:latin typeface="Arial Black" panose="020B0A04020102020204" pitchFamily="34" charset="0"/>
                <a:ea typeface="+mn-ea"/>
                <a:cs typeface="+mn-cs"/>
              </a:rPr>
            </a:br>
            <a:endParaRPr lang="en-US" dirty="0">
              <a:solidFill>
                <a:srgbClr val="FF0000"/>
              </a:solidFill>
            </a:endParaRPr>
          </a:p>
        </p:txBody>
      </p:sp>
      <p:sp>
        <p:nvSpPr>
          <p:cNvPr id="81" name="Subtitle 80">
            <a:extLst>
              <a:ext uri="{FF2B5EF4-FFF2-40B4-BE49-F238E27FC236}">
                <a16:creationId xmlns:a16="http://schemas.microsoft.com/office/drawing/2014/main" id="{3F9E8A38-46A0-49FF-8F72-481E44F49E38}"/>
              </a:ext>
            </a:extLst>
          </p:cNvPr>
          <p:cNvSpPr>
            <a:spLocks noGrp="1"/>
          </p:cNvSpPr>
          <p:nvPr>
            <p:ph type="subTitle" idx="1"/>
          </p:nvPr>
        </p:nvSpPr>
        <p:spPr/>
        <p:txBody>
          <a:bodyPr/>
          <a:lstStyle/>
          <a:p>
            <a:r>
              <a:rPr lang="en-IN" dirty="0">
                <a:solidFill>
                  <a:schemeClr val="bg2">
                    <a:lumMod val="25000"/>
                  </a:schemeClr>
                </a:solidFill>
              </a:rPr>
              <a:t>- Pratiksha  Saraf</a:t>
            </a:r>
          </a:p>
          <a:p>
            <a:endParaRPr lang="en-US" dirty="0"/>
          </a:p>
        </p:txBody>
      </p:sp>
      <p:pic>
        <p:nvPicPr>
          <p:cNvPr id="12" name="Picture Placeholder 11">
            <a:extLst>
              <a:ext uri="{FF2B5EF4-FFF2-40B4-BE49-F238E27FC236}">
                <a16:creationId xmlns:a16="http://schemas.microsoft.com/office/drawing/2014/main" id="{72DB955A-BEC0-DBF5-B42C-01940849464D}"/>
              </a:ext>
            </a:extLst>
          </p:cNvPr>
          <p:cNvPicPr>
            <a:picLocks noGrp="1" noChangeAspect="1"/>
          </p:cNvPicPr>
          <p:nvPr>
            <p:ph type="pic" sz="quarter" idx="13"/>
          </p:nvPr>
        </p:nvPicPr>
        <p:blipFill>
          <a:blip r:embed="rId3"/>
          <a:srcRect l="12106" t="2887" r="10349" b="3505"/>
          <a:stretch>
            <a:fillRect/>
          </a:stretch>
        </p:blipFill>
        <p:spPr>
          <a:xfrm>
            <a:off x="7473684" y="1949943"/>
            <a:ext cx="3272975" cy="3949412"/>
          </a:xfrm>
        </p:spPr>
      </p:pic>
    </p:spTree>
    <p:extLst>
      <p:ext uri="{BB962C8B-B14F-4D97-AF65-F5344CB8AC3E}">
        <p14:creationId xmlns:p14="http://schemas.microsoft.com/office/powerpoint/2010/main" val="888131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FEDF4-A176-6DFC-F607-22C5D6B67ABD}"/>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F8605906-8896-AED3-6C66-91A9A93E1FA7}"/>
              </a:ext>
            </a:extLst>
          </p:cNvPr>
          <p:cNvSpPr>
            <a:spLocks noGrp="1"/>
          </p:cNvSpPr>
          <p:nvPr>
            <p:ph type="title"/>
          </p:nvPr>
        </p:nvSpPr>
        <p:spPr/>
        <p:txBody>
          <a:bodyPr/>
          <a:lstStyle/>
          <a:p>
            <a:r>
              <a:rPr lang="en-IN" b="1" dirty="0">
                <a:solidFill>
                  <a:srgbClr val="DC4826"/>
                </a:solidFill>
              </a:rPr>
              <a:t>Problem Statement</a:t>
            </a:r>
            <a:endParaRPr lang="en-US" dirty="0">
              <a:solidFill>
                <a:srgbClr val="DC4826"/>
              </a:solidFill>
            </a:endParaRPr>
          </a:p>
        </p:txBody>
      </p:sp>
      <p:sp>
        <p:nvSpPr>
          <p:cNvPr id="10" name="Content Placeholder 9">
            <a:extLst>
              <a:ext uri="{FF2B5EF4-FFF2-40B4-BE49-F238E27FC236}">
                <a16:creationId xmlns:a16="http://schemas.microsoft.com/office/drawing/2014/main" id="{474DD095-E8CE-132D-E066-E3B25779B718}"/>
              </a:ext>
            </a:extLst>
          </p:cNvPr>
          <p:cNvSpPr>
            <a:spLocks noGrp="1"/>
          </p:cNvSpPr>
          <p:nvPr>
            <p:ph idx="1"/>
          </p:nvPr>
        </p:nvSpPr>
        <p:spPr>
          <a:xfrm>
            <a:off x="938908" y="1950484"/>
            <a:ext cx="5923806" cy="4351338"/>
          </a:xfrm>
        </p:spPr>
        <p:txBody>
          <a:bodyPr>
            <a:normAutofit/>
          </a:bodyPr>
          <a:lstStyle/>
          <a:p>
            <a:r>
              <a:rPr lang="en-US" dirty="0">
                <a:solidFill>
                  <a:schemeClr val="tx1"/>
                </a:solidFill>
                <a:latin typeface="Arial" panose="020B0604020202020204" pitchFamily="34" charset="0"/>
                <a:cs typeface="Arial" panose="020B0604020202020204" pitchFamily="34" charset="0"/>
              </a:rPr>
              <a:t>AstroSage has received a 1 crore investment and aims to optimize its call center operations. The goal is to determine how to allocate this investment to maximize operational efficiency, customer satisfaction, and profitability. The analysis will consider historical call data, performance metrics, and market trends to make informed decisions.</a:t>
            </a:r>
          </a:p>
          <a:p>
            <a:br>
              <a:rPr lang="en-US" dirty="0"/>
            </a:br>
            <a:endParaRPr lang="en-US" dirty="0"/>
          </a:p>
        </p:txBody>
      </p:sp>
      <p:sp>
        <p:nvSpPr>
          <p:cNvPr id="20" name="Slide Number Placeholder 19">
            <a:extLst>
              <a:ext uri="{FF2B5EF4-FFF2-40B4-BE49-F238E27FC236}">
                <a16:creationId xmlns:a16="http://schemas.microsoft.com/office/drawing/2014/main" id="{79509151-2844-384B-1E2D-C4386A7DBC4E}"/>
              </a:ext>
            </a:extLst>
          </p:cNvPr>
          <p:cNvSpPr>
            <a:spLocks noGrp="1"/>
          </p:cNvSpPr>
          <p:nvPr>
            <p:ph type="sldNum" sz="quarter" idx="17"/>
          </p:nvPr>
        </p:nvSpPr>
        <p:spPr/>
        <p:txBody>
          <a:bodyPr/>
          <a:lstStyle/>
          <a:p>
            <a:fld id="{5EA792F7-1D9E-4C7E-A103-E8EDFDC2691E}" type="slidenum">
              <a:rPr lang="en-US" smtClean="0"/>
              <a:pPr/>
              <a:t>2</a:t>
            </a:fld>
            <a:endParaRPr lang="en-US"/>
          </a:p>
        </p:txBody>
      </p:sp>
    </p:spTree>
    <p:extLst>
      <p:ext uri="{BB962C8B-B14F-4D97-AF65-F5344CB8AC3E}">
        <p14:creationId xmlns:p14="http://schemas.microsoft.com/office/powerpoint/2010/main" val="2583133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B17EDBE-4FB7-472F-B26B-EB9ECD77B7A8}"/>
              </a:ext>
            </a:extLst>
          </p:cNvPr>
          <p:cNvSpPr>
            <a:spLocks noGrp="1"/>
          </p:cNvSpPr>
          <p:nvPr>
            <p:ph type="title"/>
          </p:nvPr>
        </p:nvSpPr>
        <p:spPr/>
        <p:txBody>
          <a:bodyPr/>
          <a:lstStyle/>
          <a:p>
            <a:r>
              <a:rPr lang="en-US" dirty="0">
                <a:solidFill>
                  <a:schemeClr val="accent2">
                    <a:lumMod val="75000"/>
                  </a:schemeClr>
                </a:solidFill>
              </a:rPr>
              <a:t>Introduction</a:t>
            </a:r>
          </a:p>
        </p:txBody>
      </p:sp>
      <p:sp>
        <p:nvSpPr>
          <p:cNvPr id="10" name="Content Placeholder 9">
            <a:extLst>
              <a:ext uri="{FF2B5EF4-FFF2-40B4-BE49-F238E27FC236}">
                <a16:creationId xmlns:a16="http://schemas.microsoft.com/office/drawing/2014/main" id="{BE75E95A-A6B3-43C7-A552-1EAFCCA0A1EA}"/>
              </a:ext>
            </a:extLst>
          </p:cNvPr>
          <p:cNvSpPr>
            <a:spLocks noGrp="1"/>
          </p:cNvSpPr>
          <p:nvPr>
            <p:ph idx="1"/>
          </p:nvPr>
        </p:nvSpPr>
        <p:spPr/>
        <p:txBody>
          <a:bodyPr>
            <a:normAutofit/>
          </a:bodyPr>
          <a:lstStyle/>
          <a:p>
            <a:pPr lvl="0" eaLnBrk="0" fontAlgn="base" hangingPunct="0">
              <a:spcBef>
                <a:spcPct val="0"/>
              </a:spcBef>
              <a:spcAft>
                <a:spcPct val="0"/>
              </a:spcAft>
              <a:buFontTx/>
              <a:buChar char="•"/>
            </a:pPr>
            <a:r>
              <a:rPr lang="en-US" altLang="en-US" dirty="0">
                <a:solidFill>
                  <a:schemeClr val="tx1"/>
                </a:solidFill>
                <a:latin typeface="Arial" panose="020B0604020202020204" pitchFamily="34" charset="0"/>
              </a:rPr>
              <a:t>AstroSage operates a high-volume call and chat-based astrology service. </a:t>
            </a:r>
          </a:p>
          <a:p>
            <a:pPr lvl="0" eaLnBrk="0" fontAlgn="base" hangingPunct="0">
              <a:spcBef>
                <a:spcPct val="0"/>
              </a:spcBef>
              <a:spcAft>
                <a:spcPct val="0"/>
              </a:spcAft>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FontTx/>
              <a:buChar char="•"/>
            </a:pPr>
            <a:r>
              <a:rPr lang="en-US" altLang="en-US" dirty="0">
                <a:solidFill>
                  <a:schemeClr val="tx1"/>
                </a:solidFill>
                <a:latin typeface="Arial" panose="020B0604020202020204" pitchFamily="34" charset="0"/>
              </a:rPr>
              <a:t>The company has received a ₹1 crore investment to improve its call center operations. </a:t>
            </a:r>
          </a:p>
          <a:p>
            <a:pPr lvl="0" eaLnBrk="0" fontAlgn="base" hangingPunct="0">
              <a:spcBef>
                <a:spcPct val="0"/>
              </a:spcBef>
              <a:spcAft>
                <a:spcPct val="0"/>
              </a:spcAft>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FontTx/>
              <a:buChar char="•"/>
            </a:pPr>
            <a:r>
              <a:rPr lang="en-US" altLang="en-US" dirty="0">
                <a:solidFill>
                  <a:schemeClr val="tx1"/>
                </a:solidFill>
                <a:latin typeface="Arial" panose="020B0604020202020204" pitchFamily="34" charset="0"/>
              </a:rPr>
              <a:t>The project analyzes historical call center data to identify performance trends and improvement opportunities.</a:t>
            </a:r>
          </a:p>
          <a:p>
            <a:pPr lvl="0" eaLnBrk="0" fontAlgn="base" hangingPunct="0">
              <a:spcBef>
                <a:spcPct val="0"/>
              </a:spcBef>
              <a:spcAft>
                <a:spcPct val="0"/>
              </a:spcAft>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FontTx/>
              <a:buChar char="•"/>
            </a:pPr>
            <a:r>
              <a:rPr lang="en-US" altLang="en-US" dirty="0">
                <a:solidFill>
                  <a:schemeClr val="tx1"/>
                </a:solidFill>
                <a:latin typeface="Arial" panose="020B0604020202020204" pitchFamily="34" charset="0"/>
              </a:rPr>
              <a:t>The analysis covers 8,513 calls across 34 days </a:t>
            </a:r>
          </a:p>
          <a:p>
            <a:endParaRPr lang="en-US" dirty="0"/>
          </a:p>
        </p:txBody>
      </p:sp>
      <p:sp>
        <p:nvSpPr>
          <p:cNvPr id="20" name="Slide Number Placeholder 19">
            <a:extLst>
              <a:ext uri="{FF2B5EF4-FFF2-40B4-BE49-F238E27FC236}">
                <a16:creationId xmlns:a16="http://schemas.microsoft.com/office/drawing/2014/main" id="{C427CAEE-862D-4FE1-99F2-70274992024D}"/>
              </a:ext>
            </a:extLst>
          </p:cNvPr>
          <p:cNvSpPr>
            <a:spLocks noGrp="1"/>
          </p:cNvSpPr>
          <p:nvPr>
            <p:ph type="sldNum" sz="quarter" idx="17"/>
          </p:nvPr>
        </p:nvSpPr>
        <p:spPr/>
        <p:txBody>
          <a:bodyPr/>
          <a:lstStyle/>
          <a:p>
            <a:fld id="{5EA792F7-1D9E-4C7E-A103-E8EDFDC2691E}" type="slidenum">
              <a:rPr lang="en-US" smtClean="0"/>
              <a:pPr/>
              <a:t>3</a:t>
            </a:fld>
            <a:endParaRPr lang="en-US"/>
          </a:p>
        </p:txBody>
      </p:sp>
    </p:spTree>
    <p:extLst>
      <p:ext uri="{BB962C8B-B14F-4D97-AF65-F5344CB8AC3E}">
        <p14:creationId xmlns:p14="http://schemas.microsoft.com/office/powerpoint/2010/main" val="270808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1D04F-3FD4-AE0B-3124-E9AB1C995C12}"/>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AA691F20-01FE-F993-4D97-BDDC6BF6B928}"/>
              </a:ext>
            </a:extLst>
          </p:cNvPr>
          <p:cNvSpPr>
            <a:spLocks noGrp="1"/>
          </p:cNvSpPr>
          <p:nvPr>
            <p:ph type="title"/>
          </p:nvPr>
        </p:nvSpPr>
        <p:spPr>
          <a:xfrm>
            <a:off x="938907" y="659872"/>
            <a:ext cx="5217172" cy="1288673"/>
          </a:xfrm>
        </p:spPr>
        <p:txBody>
          <a:bodyPr/>
          <a:lstStyle/>
          <a:p>
            <a:r>
              <a:rPr lang="en-IN" b="1" dirty="0">
                <a:solidFill>
                  <a:schemeClr val="accent2">
                    <a:lumMod val="75000"/>
                  </a:schemeClr>
                </a:solidFill>
              </a:rPr>
              <a:t>Objectives</a:t>
            </a:r>
            <a:br>
              <a:rPr lang="en-IN" b="1" dirty="0">
                <a:solidFill>
                  <a:schemeClr val="tx1">
                    <a:lumMod val="65000"/>
                    <a:lumOff val="35000"/>
                  </a:schemeClr>
                </a:solidFill>
              </a:rPr>
            </a:br>
            <a:endParaRPr lang="en-US" dirty="0">
              <a:solidFill>
                <a:schemeClr val="accent2">
                  <a:lumMod val="75000"/>
                </a:schemeClr>
              </a:solidFill>
            </a:endParaRPr>
          </a:p>
        </p:txBody>
      </p:sp>
      <p:sp>
        <p:nvSpPr>
          <p:cNvPr id="10" name="Content Placeholder 9">
            <a:extLst>
              <a:ext uri="{FF2B5EF4-FFF2-40B4-BE49-F238E27FC236}">
                <a16:creationId xmlns:a16="http://schemas.microsoft.com/office/drawing/2014/main" id="{3E89DC27-BBF4-C8BE-4805-A6353ED1DA88}"/>
              </a:ext>
            </a:extLst>
          </p:cNvPr>
          <p:cNvSpPr>
            <a:spLocks noGrp="1"/>
          </p:cNvSpPr>
          <p:nvPr>
            <p:ph idx="1"/>
          </p:nvPr>
        </p:nvSpPr>
        <p:spPr/>
        <p:txBody>
          <a:bodyPr>
            <a:normAutofit/>
          </a:bodyPr>
          <a:lstStyle/>
          <a:p>
            <a:pPr lvl="0" eaLnBrk="0" fontAlgn="base" hangingPunct="0">
              <a:spcBef>
                <a:spcPct val="0"/>
              </a:spcBef>
              <a:spcAft>
                <a:spcPct val="0"/>
              </a:spcAft>
              <a:buFontTx/>
              <a:buChar char="•"/>
            </a:pPr>
            <a:r>
              <a:rPr lang="en-US" altLang="en-US" dirty="0">
                <a:solidFill>
                  <a:schemeClr val="tx1"/>
                </a:solidFill>
                <a:latin typeface="Arial" panose="020B0604020202020204" pitchFamily="34" charset="0"/>
              </a:rPr>
              <a:t>Analyze call volume and operational trends. </a:t>
            </a:r>
          </a:p>
          <a:p>
            <a:pPr lvl="0" eaLnBrk="0" fontAlgn="base" hangingPunct="0">
              <a:spcBef>
                <a:spcPct val="0"/>
              </a:spcBef>
              <a:spcAft>
                <a:spcPct val="0"/>
              </a:spcAft>
              <a:buFontTx/>
              <a:buChar char="•"/>
            </a:pPr>
            <a:r>
              <a:rPr lang="en-US" altLang="en-US" dirty="0">
                <a:solidFill>
                  <a:schemeClr val="tx1"/>
                </a:solidFill>
                <a:latin typeface="Arial" panose="020B0604020202020204" pitchFamily="34" charset="0"/>
              </a:rPr>
              <a:t>Evaluate guru performance and productivity. </a:t>
            </a:r>
          </a:p>
          <a:p>
            <a:pPr lvl="0" eaLnBrk="0" fontAlgn="base" hangingPunct="0">
              <a:spcBef>
                <a:spcPct val="0"/>
              </a:spcBef>
              <a:spcAft>
                <a:spcPct val="0"/>
              </a:spcAft>
              <a:buFontTx/>
              <a:buChar char="•"/>
            </a:pPr>
            <a:r>
              <a:rPr lang="en-US" altLang="en-US" dirty="0">
                <a:solidFill>
                  <a:schemeClr val="tx1"/>
                </a:solidFill>
                <a:latin typeface="Arial" panose="020B0604020202020204" pitchFamily="34" charset="0"/>
              </a:rPr>
              <a:t>Measure customer satisfaction and caller behavior. </a:t>
            </a:r>
          </a:p>
          <a:p>
            <a:pPr lvl="0" eaLnBrk="0" fontAlgn="base" hangingPunct="0">
              <a:spcBef>
                <a:spcPct val="0"/>
              </a:spcBef>
              <a:spcAft>
                <a:spcPct val="0"/>
              </a:spcAft>
              <a:buFontTx/>
              <a:buChar char="•"/>
            </a:pPr>
            <a:r>
              <a:rPr lang="en-US" altLang="en-US" dirty="0">
                <a:solidFill>
                  <a:schemeClr val="tx1"/>
                </a:solidFill>
                <a:latin typeface="Arial" panose="020B0604020202020204" pitchFamily="34" charset="0"/>
              </a:rPr>
              <a:t>Identify revenue-generating consultation categories. </a:t>
            </a:r>
          </a:p>
          <a:p>
            <a:pPr lvl="0" eaLnBrk="0" fontAlgn="base" hangingPunct="0">
              <a:spcBef>
                <a:spcPct val="0"/>
              </a:spcBef>
              <a:spcAft>
                <a:spcPct val="0"/>
              </a:spcAft>
              <a:buFontTx/>
              <a:buChar char="•"/>
            </a:pPr>
            <a:r>
              <a:rPr lang="en-US" altLang="en-US" dirty="0">
                <a:solidFill>
                  <a:schemeClr val="tx1"/>
                </a:solidFill>
                <a:latin typeface="Arial" panose="020B0604020202020204" pitchFamily="34" charset="0"/>
              </a:rPr>
              <a:t>Analyze operational costs and sales performance. </a:t>
            </a:r>
          </a:p>
          <a:p>
            <a:pPr lvl="0" eaLnBrk="0" fontAlgn="base" hangingPunct="0">
              <a:spcBef>
                <a:spcPct val="0"/>
              </a:spcBef>
              <a:spcAft>
                <a:spcPct val="0"/>
              </a:spcAft>
              <a:buFontTx/>
              <a:buChar char="•"/>
            </a:pPr>
            <a:r>
              <a:rPr lang="en-US" altLang="en-US" dirty="0">
                <a:solidFill>
                  <a:schemeClr val="tx1"/>
                </a:solidFill>
                <a:latin typeface="Arial" panose="020B0604020202020204" pitchFamily="34" charset="0"/>
              </a:rPr>
              <a:t>Identify areas where the ₹1 crore investment can create the highest business impact. </a:t>
            </a:r>
          </a:p>
          <a:p>
            <a:pPr lvl="0" eaLnBrk="0" fontAlgn="base" hangingPunct="0">
              <a:spcBef>
                <a:spcPct val="0"/>
              </a:spcBef>
              <a:spcAft>
                <a:spcPct val="0"/>
              </a:spcAft>
              <a:buFontTx/>
              <a:buChar char="•"/>
            </a:pPr>
            <a:r>
              <a:rPr lang="en-US" altLang="en-US" dirty="0">
                <a:solidFill>
                  <a:schemeClr val="tx1"/>
                </a:solidFill>
                <a:latin typeface="Arial" panose="020B0604020202020204" pitchFamily="34" charset="0"/>
              </a:rPr>
              <a:t>Recommend strategies to improve efficiency, customer satisfaction, and profitability</a:t>
            </a:r>
            <a:endParaRPr lang="en-US" dirty="0"/>
          </a:p>
        </p:txBody>
      </p:sp>
      <p:sp>
        <p:nvSpPr>
          <p:cNvPr id="20" name="Slide Number Placeholder 19">
            <a:extLst>
              <a:ext uri="{FF2B5EF4-FFF2-40B4-BE49-F238E27FC236}">
                <a16:creationId xmlns:a16="http://schemas.microsoft.com/office/drawing/2014/main" id="{1FAB8AD7-930F-EA91-F82B-275365076864}"/>
              </a:ext>
            </a:extLst>
          </p:cNvPr>
          <p:cNvSpPr>
            <a:spLocks noGrp="1"/>
          </p:cNvSpPr>
          <p:nvPr>
            <p:ph type="sldNum" sz="quarter" idx="17"/>
          </p:nvPr>
        </p:nvSpPr>
        <p:spPr/>
        <p:txBody>
          <a:bodyPr/>
          <a:lstStyle/>
          <a:p>
            <a:fld id="{5EA792F7-1D9E-4C7E-A103-E8EDFDC2691E}" type="slidenum">
              <a:rPr lang="en-US" smtClean="0"/>
              <a:pPr/>
              <a:t>4</a:t>
            </a:fld>
            <a:endParaRPr lang="en-US"/>
          </a:p>
        </p:txBody>
      </p:sp>
    </p:spTree>
    <p:extLst>
      <p:ext uri="{BB962C8B-B14F-4D97-AF65-F5344CB8AC3E}">
        <p14:creationId xmlns:p14="http://schemas.microsoft.com/office/powerpoint/2010/main" val="144570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F32D7-69AE-BBDD-A42D-37C9594A031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0FA0BE5F-BB0C-3532-F038-72427EA85578}"/>
              </a:ext>
            </a:extLst>
          </p:cNvPr>
          <p:cNvSpPr>
            <a:spLocks noGrp="1"/>
          </p:cNvSpPr>
          <p:nvPr>
            <p:ph type="title"/>
          </p:nvPr>
        </p:nvSpPr>
        <p:spPr>
          <a:xfrm>
            <a:off x="779443" y="31200"/>
            <a:ext cx="5217172" cy="1288673"/>
          </a:xfrm>
        </p:spPr>
        <p:txBody>
          <a:bodyPr/>
          <a:lstStyle/>
          <a:p>
            <a:r>
              <a:rPr lang="en-IN" b="1" dirty="0">
                <a:solidFill>
                  <a:schemeClr val="accent2">
                    <a:lumMod val="75000"/>
                  </a:schemeClr>
                </a:solidFill>
              </a:rPr>
              <a:t>Data Overview</a:t>
            </a:r>
            <a:br>
              <a:rPr lang="en-IN" dirty="0">
                <a:solidFill>
                  <a:schemeClr val="tx1">
                    <a:lumMod val="65000"/>
                    <a:lumOff val="35000"/>
                  </a:schemeClr>
                </a:solidFill>
              </a:rPr>
            </a:br>
            <a:endParaRPr lang="en-US" dirty="0">
              <a:solidFill>
                <a:schemeClr val="accent2">
                  <a:lumMod val="75000"/>
                </a:schemeClr>
              </a:solidFill>
            </a:endParaRPr>
          </a:p>
        </p:txBody>
      </p:sp>
      <p:sp>
        <p:nvSpPr>
          <p:cNvPr id="10" name="Content Placeholder 9">
            <a:extLst>
              <a:ext uri="{FF2B5EF4-FFF2-40B4-BE49-F238E27FC236}">
                <a16:creationId xmlns:a16="http://schemas.microsoft.com/office/drawing/2014/main" id="{2BCD9464-7EF9-FBB7-D374-2CA192618F10}"/>
              </a:ext>
            </a:extLst>
          </p:cNvPr>
          <p:cNvSpPr>
            <a:spLocks noGrp="1"/>
          </p:cNvSpPr>
          <p:nvPr>
            <p:ph idx="1"/>
          </p:nvPr>
        </p:nvSpPr>
        <p:spPr>
          <a:xfrm>
            <a:off x="350084" y="1213254"/>
            <a:ext cx="5626885" cy="4969209"/>
          </a:xfrm>
        </p:spPr>
        <p:txBody>
          <a:bodyPr>
            <a:normAutofit fontScale="25000" lnSpcReduction="20000"/>
          </a:bodyPr>
          <a:lstStyle/>
          <a:p>
            <a:pPr marL="504000" lvl="1"/>
            <a:r>
              <a:rPr lang="en-US" sz="6000" b="1" dirty="0">
                <a:solidFill>
                  <a:schemeClr val="tx1"/>
                </a:solidFill>
                <a:latin typeface="Arial" panose="020B0604020202020204" pitchFamily="34" charset="0"/>
                <a:cs typeface="Arial" panose="020B0604020202020204" pitchFamily="34" charset="0"/>
              </a:rPr>
              <a:t>I </a:t>
            </a:r>
            <a:r>
              <a:rPr lang="en-US" sz="6000" dirty="0">
                <a:solidFill>
                  <a:schemeClr val="tx1"/>
                </a:solidFill>
                <a:latin typeface="Arial" panose="020B0604020202020204" pitchFamily="34" charset="0"/>
                <a:cs typeface="Arial" panose="020B0604020202020204" pitchFamily="34" charset="0"/>
              </a:rPr>
              <a:t>began with a single AstroSage dataset containing 35 attributes, covering 34 days from 01 Dec 2023 to 03 Jan 2024 of call and chat consultation data.</a:t>
            </a:r>
          </a:p>
          <a:p>
            <a:pPr marL="504000" lvl="1"/>
            <a:r>
              <a:rPr lang="en-US" sz="6000" dirty="0">
                <a:solidFill>
                  <a:schemeClr val="tx1"/>
                </a:solidFill>
                <a:latin typeface="Arial" panose="020B0604020202020204" pitchFamily="34" charset="0"/>
                <a:cs typeface="Arial" panose="020B0604020202020204" pitchFamily="34" charset="0"/>
              </a:rPr>
              <a:t> The dataset contains key information on users, gurus, consultation types, call and chat status, call duration, ratings, sales, and earnings.</a:t>
            </a:r>
          </a:p>
          <a:p>
            <a:pPr marL="504000" lvl="1"/>
            <a:r>
              <a:rPr lang="en-US" sz="6000" dirty="0">
                <a:solidFill>
                  <a:schemeClr val="tx1"/>
                </a:solidFill>
                <a:latin typeface="Arial" panose="020B0604020202020204" pitchFamily="34" charset="0"/>
                <a:cs typeface="Arial" panose="020B0604020202020204" pitchFamily="34" charset="0"/>
              </a:rPr>
              <a:t> Data cleaning was performed to handle missing values, inconsistent entries, extra spaces, unnecessary values, and incorrect data formats.</a:t>
            </a:r>
          </a:p>
          <a:p>
            <a:pPr marL="504000" lvl="1"/>
            <a:r>
              <a:rPr lang="en-US" sz="6000" dirty="0">
                <a:solidFill>
                  <a:schemeClr val="tx1"/>
                </a:solidFill>
                <a:latin typeface="Arial" panose="020B0604020202020204" pitchFamily="34" charset="0"/>
                <a:cs typeface="Arial" panose="020B0604020202020204" pitchFamily="34" charset="0"/>
              </a:rPr>
              <a:t> Additional helper columns were created to support analysis, including Date, Day, Month, Year, Hour, and Time-related fields.</a:t>
            </a:r>
          </a:p>
          <a:p>
            <a:pPr marL="504000" lvl="1"/>
            <a:r>
              <a:rPr lang="en-US" sz="6000" dirty="0">
                <a:solidFill>
                  <a:schemeClr val="tx1"/>
                </a:solidFill>
                <a:latin typeface="Arial" panose="020B0604020202020204" pitchFamily="34" charset="0"/>
                <a:cs typeface="Arial" panose="020B0604020202020204" pitchFamily="34" charset="0"/>
              </a:rPr>
              <a:t>After cleaning and preparation, the dataset contained 44 attributes and was analyzed using PivotTables and Pivot Charts.</a:t>
            </a:r>
          </a:p>
          <a:p>
            <a:pPr marL="504000" lvl="1"/>
            <a:r>
              <a:rPr lang="en-US" sz="6000" dirty="0">
                <a:solidFill>
                  <a:schemeClr val="tx1"/>
                </a:solidFill>
                <a:latin typeface="Arial" panose="020B0604020202020204" pitchFamily="34" charset="0"/>
                <a:cs typeface="Arial" panose="020B0604020202020204" pitchFamily="34" charset="0"/>
              </a:rPr>
              <a:t> The final analysis was presented through an interactive dashboard with KPIs, charts, and slicers to evaluate call volume, agent performance, customer satisfaction, sales, and operational costs.</a:t>
            </a:r>
          </a:p>
          <a:p>
            <a:pPr lvl="0" eaLnBrk="0" fontAlgn="base" hangingPunct="0">
              <a:spcBef>
                <a:spcPct val="0"/>
              </a:spcBef>
              <a:spcAft>
                <a:spcPct val="0"/>
              </a:spcAft>
              <a:buFontTx/>
              <a:buChar char="•"/>
            </a:pPr>
            <a:endParaRPr lang="en-US" dirty="0"/>
          </a:p>
        </p:txBody>
      </p:sp>
      <p:sp>
        <p:nvSpPr>
          <p:cNvPr id="20" name="Slide Number Placeholder 19">
            <a:extLst>
              <a:ext uri="{FF2B5EF4-FFF2-40B4-BE49-F238E27FC236}">
                <a16:creationId xmlns:a16="http://schemas.microsoft.com/office/drawing/2014/main" id="{7C9DF359-0288-3C32-E8CF-970DE49A26AD}"/>
              </a:ext>
            </a:extLst>
          </p:cNvPr>
          <p:cNvSpPr>
            <a:spLocks noGrp="1"/>
          </p:cNvSpPr>
          <p:nvPr>
            <p:ph type="sldNum" sz="quarter" idx="17"/>
          </p:nvPr>
        </p:nvSpPr>
        <p:spPr/>
        <p:txBody>
          <a:bodyPr/>
          <a:lstStyle/>
          <a:p>
            <a:fld id="{5EA792F7-1D9E-4C7E-A103-E8EDFDC2691E}" type="slidenum">
              <a:rPr lang="en-US" smtClean="0"/>
              <a:pPr/>
              <a:t>5</a:t>
            </a:fld>
            <a:endParaRPr lang="en-US"/>
          </a:p>
        </p:txBody>
      </p:sp>
    </p:spTree>
    <p:extLst>
      <p:ext uri="{BB962C8B-B14F-4D97-AF65-F5344CB8AC3E}">
        <p14:creationId xmlns:p14="http://schemas.microsoft.com/office/powerpoint/2010/main" val="848398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DB8235-1304-4172-AC66-0D702AECD94D}"/>
              </a:ext>
            </a:extLst>
          </p:cNvPr>
          <p:cNvSpPr>
            <a:spLocks noGrp="1"/>
          </p:cNvSpPr>
          <p:nvPr>
            <p:ph type="title"/>
          </p:nvPr>
        </p:nvSpPr>
        <p:spPr>
          <a:xfrm>
            <a:off x="323555" y="1352746"/>
            <a:ext cx="5860427" cy="4755824"/>
          </a:xfrm>
        </p:spPr>
        <p:txBody>
          <a:bodyPr>
            <a:normAutofit/>
          </a:bodyPr>
          <a:lstStyle/>
          <a:p>
            <a:r>
              <a:rPr lang="en-US" b="0" cap="none" dirty="0">
                <a:solidFill>
                  <a:schemeClr val="bg2">
                    <a:lumMod val="10000"/>
                  </a:schemeClr>
                </a:solidFill>
                <a:latin typeface="Arial" panose="020B0604020202020204" pitchFamily="34" charset="0"/>
                <a:cs typeface="Arial" panose="020B0604020202020204" pitchFamily="34" charset="0"/>
              </a:rPr>
              <a:t>▪ </a:t>
            </a:r>
            <a:r>
              <a:rPr lang="en-US" sz="1800" b="0" cap="none" dirty="0">
                <a:solidFill>
                  <a:schemeClr val="bg2">
                    <a:lumMod val="10000"/>
                  </a:schemeClr>
                </a:solidFill>
                <a:latin typeface="Arial" panose="020B0604020202020204" pitchFamily="34" charset="0"/>
                <a:cs typeface="Arial" panose="020B0604020202020204" pitchFamily="34" charset="0"/>
              </a:rPr>
              <a:t>Removed duplicate records no duplicates were found in the dataset.</a:t>
            </a:r>
            <a:br>
              <a:rPr lang="en-US" sz="1800" b="0" cap="none" dirty="0">
                <a:solidFill>
                  <a:schemeClr val="bg2">
                    <a:lumMod val="10000"/>
                  </a:schemeClr>
                </a:solidFill>
                <a:latin typeface="Arial" panose="020B0604020202020204" pitchFamily="34" charset="0"/>
                <a:cs typeface="Arial" panose="020B0604020202020204" pitchFamily="34" charset="0"/>
              </a:rPr>
            </a:br>
            <a:r>
              <a:rPr lang="en-US" sz="1800" b="0" cap="none" dirty="0">
                <a:solidFill>
                  <a:schemeClr val="bg2">
                    <a:lumMod val="10000"/>
                  </a:schemeClr>
                </a:solidFill>
                <a:latin typeface="Arial" panose="020B0604020202020204" pitchFamily="34" charset="0"/>
                <a:cs typeface="Arial" panose="020B0604020202020204" pitchFamily="34" charset="0"/>
              </a:rPr>
              <a:t>▪ Applied filters to identify and handle missing and inconsistent values.</a:t>
            </a:r>
            <a:br>
              <a:rPr lang="en-US" sz="1800" b="0" cap="none" dirty="0">
                <a:solidFill>
                  <a:schemeClr val="bg2">
                    <a:lumMod val="10000"/>
                  </a:schemeClr>
                </a:solidFill>
                <a:latin typeface="Arial" panose="020B0604020202020204" pitchFamily="34" charset="0"/>
                <a:cs typeface="Arial" panose="020B0604020202020204" pitchFamily="34" charset="0"/>
              </a:rPr>
            </a:br>
            <a:r>
              <a:rPr lang="en-US" sz="1800" b="0" cap="none" dirty="0">
                <a:solidFill>
                  <a:schemeClr val="bg2">
                    <a:lumMod val="10000"/>
                  </a:schemeClr>
                </a:solidFill>
                <a:latin typeface="Arial" panose="020B0604020202020204" pitchFamily="34" charset="0"/>
                <a:cs typeface="Arial" panose="020B0604020202020204" pitchFamily="34" charset="0"/>
              </a:rPr>
              <a:t>▪ Used TRIM to remove extra spaces from guru names.</a:t>
            </a:r>
            <a:br>
              <a:rPr lang="en-US" sz="1800" b="0" cap="none" dirty="0">
                <a:solidFill>
                  <a:schemeClr val="bg2">
                    <a:lumMod val="10000"/>
                  </a:schemeClr>
                </a:solidFill>
                <a:latin typeface="Arial" panose="020B0604020202020204" pitchFamily="34" charset="0"/>
                <a:cs typeface="Arial" panose="020B0604020202020204" pitchFamily="34" charset="0"/>
              </a:rPr>
            </a:br>
            <a:r>
              <a:rPr lang="en-US" sz="1800" b="0" cap="none" dirty="0">
                <a:solidFill>
                  <a:schemeClr val="bg2">
                    <a:lumMod val="10000"/>
                  </a:schemeClr>
                </a:solidFill>
                <a:latin typeface="Arial" panose="020B0604020202020204" pitchFamily="34" charset="0"/>
                <a:cs typeface="Arial" panose="020B0604020202020204" pitchFamily="34" charset="0"/>
              </a:rPr>
              <a:t>▪ Replaced blank values in chat seconds and chat status with N/A where applicable.</a:t>
            </a:r>
            <a:br>
              <a:rPr lang="en-US" sz="1800" b="0" cap="none" dirty="0">
                <a:solidFill>
                  <a:schemeClr val="bg2">
                    <a:lumMod val="10000"/>
                  </a:schemeClr>
                </a:solidFill>
                <a:latin typeface="Arial" panose="020B0604020202020204" pitchFamily="34" charset="0"/>
                <a:cs typeface="Arial" panose="020B0604020202020204" pitchFamily="34" charset="0"/>
              </a:rPr>
            </a:br>
            <a:r>
              <a:rPr lang="en-US" sz="1800" b="0" cap="none" dirty="0">
                <a:solidFill>
                  <a:schemeClr val="bg2">
                    <a:lumMod val="10000"/>
                  </a:schemeClr>
                </a:solidFill>
                <a:latin typeface="Arial" panose="020B0604020202020204" pitchFamily="34" charset="0"/>
                <a:cs typeface="Arial" panose="020B0604020202020204" pitchFamily="34" charset="0"/>
              </a:rPr>
              <a:t>▪ Removed unnecessary entries such as  _v.</a:t>
            </a:r>
            <a:br>
              <a:rPr lang="en-US" sz="1800" b="0" cap="none" dirty="0">
                <a:solidFill>
                  <a:schemeClr val="bg2">
                    <a:lumMod val="10000"/>
                  </a:schemeClr>
                </a:solidFill>
                <a:latin typeface="Arial" panose="020B0604020202020204" pitchFamily="34" charset="0"/>
                <a:cs typeface="Arial" panose="020B0604020202020204" pitchFamily="34" charset="0"/>
              </a:rPr>
            </a:br>
            <a:r>
              <a:rPr lang="en-US" sz="1800" b="0" cap="none" dirty="0">
                <a:solidFill>
                  <a:schemeClr val="bg2">
                    <a:lumMod val="10000"/>
                  </a:schemeClr>
                </a:solidFill>
                <a:latin typeface="Arial" panose="020B0604020202020204" pitchFamily="34" charset="0"/>
                <a:cs typeface="Arial" panose="020B0604020202020204" pitchFamily="34" charset="0"/>
              </a:rPr>
              <a:t>▪ </a:t>
            </a:r>
            <a:r>
              <a:rPr lang="en-US" sz="1800" b="0" cap="none" dirty="0" err="1">
                <a:solidFill>
                  <a:schemeClr val="bg2">
                    <a:lumMod val="10000"/>
                  </a:schemeClr>
                </a:solidFill>
                <a:latin typeface="Arial" panose="020B0604020202020204" pitchFamily="34" charset="0"/>
                <a:cs typeface="Arial" panose="020B0604020202020204" pitchFamily="34" charset="0"/>
              </a:rPr>
              <a:t>boolean</a:t>
            </a:r>
            <a:r>
              <a:rPr lang="en-US" sz="1800" b="0" cap="none" dirty="0">
                <a:solidFill>
                  <a:schemeClr val="bg2">
                    <a:lumMod val="10000"/>
                  </a:schemeClr>
                </a:solidFill>
                <a:latin typeface="Arial" panose="020B0604020202020204" pitchFamily="34" charset="0"/>
                <a:cs typeface="Arial" panose="020B0604020202020204" pitchFamily="34" charset="0"/>
              </a:rPr>
              <a:t> values by replacing TRUE as yes and FALSE as no.</a:t>
            </a:r>
            <a:br>
              <a:rPr lang="en-US" sz="1800" b="0" cap="none" dirty="0">
                <a:solidFill>
                  <a:schemeClr val="bg2">
                    <a:lumMod val="10000"/>
                  </a:schemeClr>
                </a:solidFill>
                <a:latin typeface="Arial" panose="020B0604020202020204" pitchFamily="34" charset="0"/>
                <a:cs typeface="Arial" panose="020B0604020202020204" pitchFamily="34" charset="0"/>
              </a:rPr>
            </a:br>
            <a:r>
              <a:rPr lang="en-US" sz="1800" b="0" cap="none" dirty="0">
                <a:solidFill>
                  <a:schemeClr val="bg2">
                    <a:lumMod val="10000"/>
                  </a:schemeClr>
                </a:solidFill>
                <a:latin typeface="Arial" panose="020B0604020202020204" pitchFamily="34" charset="0"/>
                <a:cs typeface="Arial" panose="020B0604020202020204" pitchFamily="34" charset="0"/>
              </a:rPr>
              <a:t>▪ Converted rating, GID, UID, chat seconds, and astrologer call duration into the appropriate number format.</a:t>
            </a:r>
            <a:br>
              <a:rPr lang="en-US" sz="1800" b="0" cap="none" dirty="0">
                <a:solidFill>
                  <a:schemeClr val="bg2">
                    <a:lumMod val="10000"/>
                  </a:schemeClr>
                </a:solidFill>
                <a:latin typeface="Arial" panose="020B0604020202020204" pitchFamily="34" charset="0"/>
                <a:cs typeface="Arial" panose="020B0604020202020204" pitchFamily="34" charset="0"/>
              </a:rPr>
            </a:br>
            <a:r>
              <a:rPr lang="en-US" sz="1800" b="0" cap="none" dirty="0">
                <a:solidFill>
                  <a:schemeClr val="bg2">
                    <a:lumMod val="10000"/>
                  </a:schemeClr>
                </a:solidFill>
                <a:latin typeface="Arial" panose="020B0604020202020204" pitchFamily="34" charset="0"/>
                <a:cs typeface="Arial" panose="020B0604020202020204" pitchFamily="34" charset="0"/>
              </a:rPr>
              <a:t>▪ Created additional helper columns such as date, day, month, year, hour, and time for further analysis.</a:t>
            </a:r>
            <a:br>
              <a:rPr lang="en-US" dirty="0">
                <a:solidFill>
                  <a:schemeClr val="bg2">
                    <a:lumMod val="10000"/>
                  </a:schemeClr>
                </a:solidFill>
                <a:latin typeface="Arial" panose="020B0604020202020204" pitchFamily="34" charset="0"/>
                <a:cs typeface="Arial" panose="020B0604020202020204" pitchFamily="34" charset="0"/>
              </a:rPr>
            </a:br>
            <a:endParaRPr lang="en-US" b="0" dirty="0">
              <a:solidFill>
                <a:schemeClr val="bg2">
                  <a:lumMod val="10000"/>
                </a:schemeClr>
              </a:solidFill>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61622E21-16A8-4B36-9CC7-2DA24DE03487}"/>
              </a:ext>
            </a:extLst>
          </p:cNvPr>
          <p:cNvSpPr>
            <a:spLocks noGrp="1"/>
          </p:cNvSpPr>
          <p:nvPr>
            <p:ph sz="quarter" idx="13"/>
          </p:nvPr>
        </p:nvSpPr>
        <p:spPr>
          <a:xfrm>
            <a:off x="323555" y="553070"/>
            <a:ext cx="3682837" cy="713232"/>
          </a:xfrm>
        </p:spPr>
        <p:txBody>
          <a:bodyPr>
            <a:normAutofit/>
          </a:bodyPr>
          <a:lstStyle/>
          <a:p>
            <a:r>
              <a:rPr lang="en-IN" sz="2800" b="1" dirty="0">
                <a:solidFill>
                  <a:schemeClr val="accent2">
                    <a:lumMod val="75000"/>
                  </a:schemeClr>
                </a:solidFill>
                <a:latin typeface="+mj-lt"/>
              </a:rPr>
              <a:t>DATA CLEANING</a:t>
            </a:r>
          </a:p>
          <a:p>
            <a:endParaRPr lang="en-US" dirty="0">
              <a:solidFill>
                <a:schemeClr val="accent2">
                  <a:lumMod val="75000"/>
                </a:schemeClr>
              </a:solidFill>
            </a:endParaRPr>
          </a:p>
        </p:txBody>
      </p:sp>
      <p:sp>
        <p:nvSpPr>
          <p:cNvPr id="4" name="Slide Number Placeholder 3">
            <a:extLst>
              <a:ext uri="{FF2B5EF4-FFF2-40B4-BE49-F238E27FC236}">
                <a16:creationId xmlns:a16="http://schemas.microsoft.com/office/drawing/2014/main" id="{7DEC6FF8-181E-4897-9463-A6F20768A5D0}"/>
              </a:ext>
            </a:extLst>
          </p:cNvPr>
          <p:cNvSpPr>
            <a:spLocks noGrp="1"/>
          </p:cNvSpPr>
          <p:nvPr>
            <p:ph type="sldNum" sz="quarter" idx="12"/>
          </p:nvPr>
        </p:nvSpPr>
        <p:spPr/>
        <p:txBody>
          <a:bodyPr/>
          <a:lstStyle/>
          <a:p>
            <a:pPr lvl="0"/>
            <a:fld id="{5EA792F7-1D9E-4C7E-A103-E8EDFDC2691E}" type="slidenum">
              <a:rPr lang="en-US" noProof="0" smtClean="0"/>
              <a:pPr lvl="0"/>
              <a:t>6</a:t>
            </a:fld>
            <a:endParaRPr lang="en-US" noProof="0"/>
          </a:p>
        </p:txBody>
      </p:sp>
      <p:pic>
        <p:nvPicPr>
          <p:cNvPr id="7" name="Picture 6">
            <a:extLst>
              <a:ext uri="{FF2B5EF4-FFF2-40B4-BE49-F238E27FC236}">
                <a16:creationId xmlns:a16="http://schemas.microsoft.com/office/drawing/2014/main" id="{F75C718C-5524-63F3-82D1-32B26DA6E01C}"/>
              </a:ext>
            </a:extLst>
          </p:cNvPr>
          <p:cNvPicPr>
            <a:picLocks noChangeAspect="1"/>
          </p:cNvPicPr>
          <p:nvPr/>
        </p:nvPicPr>
        <p:blipFill>
          <a:blip r:embed="rId3"/>
          <a:stretch>
            <a:fillRect/>
          </a:stretch>
        </p:blipFill>
        <p:spPr>
          <a:xfrm>
            <a:off x="6617618" y="645735"/>
            <a:ext cx="5583809" cy="4595568"/>
          </a:xfrm>
          <a:prstGeom prst="rect">
            <a:avLst/>
          </a:prstGeom>
        </p:spPr>
      </p:pic>
    </p:spTree>
    <p:extLst>
      <p:ext uri="{BB962C8B-B14F-4D97-AF65-F5344CB8AC3E}">
        <p14:creationId xmlns:p14="http://schemas.microsoft.com/office/powerpoint/2010/main" val="2144753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CCAA5-15D8-AA38-B1EC-50C3A613507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720C515-6D58-FE21-6697-7F294FEB50C6}"/>
              </a:ext>
            </a:extLst>
          </p:cNvPr>
          <p:cNvSpPr>
            <a:spLocks noGrp="1"/>
          </p:cNvSpPr>
          <p:nvPr>
            <p:ph sz="quarter" idx="13"/>
          </p:nvPr>
        </p:nvSpPr>
        <p:spPr>
          <a:xfrm>
            <a:off x="282147" y="621787"/>
            <a:ext cx="5637765" cy="713232"/>
          </a:xfrm>
        </p:spPr>
        <p:txBody>
          <a:bodyPr>
            <a:normAutofit fontScale="85000" lnSpcReduction="10000"/>
          </a:bodyPr>
          <a:lstStyle/>
          <a:p>
            <a:r>
              <a:rPr lang="en-IN" sz="3600" b="1" dirty="0">
                <a:solidFill>
                  <a:schemeClr val="accent2">
                    <a:lumMod val="75000"/>
                  </a:schemeClr>
                </a:solidFill>
                <a:latin typeface="+mj-lt"/>
              </a:rPr>
              <a:t>REVENUE GENERATED BY CATEGORY</a:t>
            </a:r>
          </a:p>
          <a:p>
            <a:endParaRPr lang="en-US" dirty="0">
              <a:solidFill>
                <a:schemeClr val="accent2">
                  <a:lumMod val="75000"/>
                </a:schemeClr>
              </a:solidFill>
            </a:endParaRPr>
          </a:p>
        </p:txBody>
      </p:sp>
      <p:sp>
        <p:nvSpPr>
          <p:cNvPr id="4" name="Slide Number Placeholder 3">
            <a:extLst>
              <a:ext uri="{FF2B5EF4-FFF2-40B4-BE49-F238E27FC236}">
                <a16:creationId xmlns:a16="http://schemas.microsoft.com/office/drawing/2014/main" id="{2228208E-E7DF-7D3E-976A-CF796B7320C1}"/>
              </a:ext>
            </a:extLst>
          </p:cNvPr>
          <p:cNvSpPr>
            <a:spLocks noGrp="1"/>
          </p:cNvSpPr>
          <p:nvPr>
            <p:ph type="sldNum" sz="quarter" idx="12"/>
          </p:nvPr>
        </p:nvSpPr>
        <p:spPr/>
        <p:txBody>
          <a:bodyPr/>
          <a:lstStyle/>
          <a:p>
            <a:pPr lvl="0"/>
            <a:fld id="{5EA792F7-1D9E-4C7E-A103-E8EDFDC2691E}" type="slidenum">
              <a:rPr lang="en-US" noProof="0" smtClean="0"/>
              <a:pPr lvl="0"/>
              <a:t>7</a:t>
            </a:fld>
            <a:endParaRPr lang="en-US" noProof="0"/>
          </a:p>
        </p:txBody>
      </p:sp>
      <p:pic>
        <p:nvPicPr>
          <p:cNvPr id="3" name="Picture 2">
            <a:extLst>
              <a:ext uri="{FF2B5EF4-FFF2-40B4-BE49-F238E27FC236}">
                <a16:creationId xmlns:a16="http://schemas.microsoft.com/office/drawing/2014/main" id="{052D4C60-B14D-42F5-2676-1AED891A3FA3}"/>
              </a:ext>
            </a:extLst>
          </p:cNvPr>
          <p:cNvPicPr>
            <a:picLocks noChangeAspect="1"/>
          </p:cNvPicPr>
          <p:nvPr/>
        </p:nvPicPr>
        <p:blipFill>
          <a:blip r:embed="rId3"/>
          <a:stretch>
            <a:fillRect/>
          </a:stretch>
        </p:blipFill>
        <p:spPr>
          <a:xfrm>
            <a:off x="5636870" y="1580352"/>
            <a:ext cx="6489141" cy="2898241"/>
          </a:xfrm>
          <a:prstGeom prst="rect">
            <a:avLst/>
          </a:prstGeom>
        </p:spPr>
      </p:pic>
      <p:sp>
        <p:nvSpPr>
          <p:cNvPr id="5" name="Rectangle 1">
            <a:extLst>
              <a:ext uri="{FF2B5EF4-FFF2-40B4-BE49-F238E27FC236}">
                <a16:creationId xmlns:a16="http://schemas.microsoft.com/office/drawing/2014/main" id="{0BDEED47-7ED5-0B2F-9D3C-F04771BDB7FF}"/>
              </a:ext>
            </a:extLst>
          </p:cNvPr>
          <p:cNvSpPr>
            <a:spLocks noChangeArrowheads="1"/>
          </p:cNvSpPr>
          <p:nvPr/>
        </p:nvSpPr>
        <p:spPr bwMode="auto">
          <a:xfrm>
            <a:off x="282147" y="1861604"/>
            <a:ext cx="506535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Call is the primary revenue-generating category, contributing ₹1,68442.04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Chat generates ₹45</a:t>
            </a:r>
            <a:r>
              <a:rPr lang="en-US" altLang="en-US" dirty="0">
                <a:latin typeface="Arial" panose="020B0604020202020204" pitchFamily="34" charset="0"/>
              </a:rPr>
              <a:t>,494.68 </a:t>
            </a:r>
            <a:r>
              <a:rPr kumimoji="0" lang="en-US" altLang="en-US" sz="1800" i="0" u="none" strike="noStrike" cap="none" normalizeH="0" baseline="0" dirty="0">
                <a:ln>
                  <a:noFill/>
                </a:ln>
                <a:solidFill>
                  <a:schemeClr val="tx1"/>
                </a:solidFill>
                <a:effectLst/>
                <a:latin typeface="Arial" panose="020B0604020202020204" pitchFamily="34" charset="0"/>
              </a:rPr>
              <a:t>, making it the second-largest revenue source.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Public Live Call contributes only ₹50.60, showing minimal revenue impact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Complementary services generate no revenue, indicating an opportunity for improvement.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Overall Revenue is highly concentrated in Call and Chat services</a:t>
            </a:r>
          </a:p>
        </p:txBody>
      </p:sp>
    </p:spTree>
    <p:extLst>
      <p:ext uri="{BB962C8B-B14F-4D97-AF65-F5344CB8AC3E}">
        <p14:creationId xmlns:p14="http://schemas.microsoft.com/office/powerpoint/2010/main" val="631719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D298B-32AE-B91C-E045-C7B139A53E05}"/>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D60349A-8D2A-1C7D-B534-77B3F60BBD7A}"/>
              </a:ext>
            </a:extLst>
          </p:cNvPr>
          <p:cNvSpPr>
            <a:spLocks noGrp="1"/>
          </p:cNvSpPr>
          <p:nvPr>
            <p:ph sz="quarter" idx="13"/>
          </p:nvPr>
        </p:nvSpPr>
        <p:spPr>
          <a:xfrm>
            <a:off x="414681" y="387592"/>
            <a:ext cx="4927175" cy="713232"/>
          </a:xfrm>
        </p:spPr>
        <p:txBody>
          <a:bodyPr>
            <a:normAutofit/>
          </a:bodyPr>
          <a:lstStyle/>
          <a:p>
            <a:r>
              <a:rPr lang="en-IN" sz="2800" b="1" dirty="0">
                <a:solidFill>
                  <a:schemeClr val="accent2">
                    <a:lumMod val="75000"/>
                  </a:schemeClr>
                </a:solidFill>
                <a:latin typeface="+mj-lt"/>
              </a:rPr>
              <a:t>CHAT STATUS DISTRIBUTION</a:t>
            </a:r>
          </a:p>
        </p:txBody>
      </p:sp>
      <p:sp>
        <p:nvSpPr>
          <p:cNvPr id="4" name="Slide Number Placeholder 3">
            <a:extLst>
              <a:ext uri="{FF2B5EF4-FFF2-40B4-BE49-F238E27FC236}">
                <a16:creationId xmlns:a16="http://schemas.microsoft.com/office/drawing/2014/main" id="{0528D28A-4946-2214-F1CE-9E96A89A18C0}"/>
              </a:ext>
            </a:extLst>
          </p:cNvPr>
          <p:cNvSpPr>
            <a:spLocks noGrp="1"/>
          </p:cNvSpPr>
          <p:nvPr>
            <p:ph type="sldNum" sz="quarter" idx="12"/>
          </p:nvPr>
        </p:nvSpPr>
        <p:spPr/>
        <p:txBody>
          <a:bodyPr/>
          <a:lstStyle/>
          <a:p>
            <a:pPr lvl="0"/>
            <a:fld id="{5EA792F7-1D9E-4C7E-A103-E8EDFDC2691E}" type="slidenum">
              <a:rPr lang="en-US" noProof="0" smtClean="0"/>
              <a:pPr lvl="0"/>
              <a:t>8</a:t>
            </a:fld>
            <a:endParaRPr lang="en-US" noProof="0"/>
          </a:p>
        </p:txBody>
      </p:sp>
      <p:pic>
        <p:nvPicPr>
          <p:cNvPr id="3" name="Picture 2">
            <a:extLst>
              <a:ext uri="{FF2B5EF4-FFF2-40B4-BE49-F238E27FC236}">
                <a16:creationId xmlns:a16="http://schemas.microsoft.com/office/drawing/2014/main" id="{DE72C7E3-D506-39C4-268E-A230B3DC4C8A}"/>
              </a:ext>
            </a:extLst>
          </p:cNvPr>
          <p:cNvPicPr>
            <a:picLocks noChangeAspect="1"/>
          </p:cNvPicPr>
          <p:nvPr/>
        </p:nvPicPr>
        <p:blipFill>
          <a:blip r:embed="rId3"/>
          <a:stretch>
            <a:fillRect/>
          </a:stretch>
        </p:blipFill>
        <p:spPr>
          <a:xfrm>
            <a:off x="6810628" y="1600668"/>
            <a:ext cx="5315384" cy="2971332"/>
          </a:xfrm>
          <a:prstGeom prst="rect">
            <a:avLst/>
          </a:prstGeom>
        </p:spPr>
      </p:pic>
      <p:sp>
        <p:nvSpPr>
          <p:cNvPr id="5" name="Rectangle 1">
            <a:extLst>
              <a:ext uri="{FF2B5EF4-FFF2-40B4-BE49-F238E27FC236}">
                <a16:creationId xmlns:a16="http://schemas.microsoft.com/office/drawing/2014/main" id="{7F44E2F1-AC61-7446-8B48-FE84ACE6B8F1}"/>
              </a:ext>
            </a:extLst>
          </p:cNvPr>
          <p:cNvSpPr>
            <a:spLocks noChangeArrowheads="1"/>
          </p:cNvSpPr>
          <p:nvPr/>
        </p:nvSpPr>
        <p:spPr bwMode="auto">
          <a:xfrm>
            <a:off x="414681" y="1997839"/>
            <a:ext cx="568131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Failed chats are the highest at 37.18%.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Incomplete chats are also high at 34.03%, showing many chats are not finished.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Only 28.36% of chats are completed, which is lower than failed and incomplete chats.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Pending and started chats are very low, at less than 1% combined.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Overall  the chart shows that chat completion needs improvement, as failed and incomplete chats make up most of the chats. </a:t>
            </a:r>
          </a:p>
        </p:txBody>
      </p:sp>
    </p:spTree>
    <p:extLst>
      <p:ext uri="{BB962C8B-B14F-4D97-AF65-F5344CB8AC3E}">
        <p14:creationId xmlns:p14="http://schemas.microsoft.com/office/powerpoint/2010/main" val="304082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19CCC-AEEF-8C7F-9179-989CB85CCBF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AEA95DC-D3AD-6482-7D39-BE5F375B9478}"/>
              </a:ext>
            </a:extLst>
          </p:cNvPr>
          <p:cNvSpPr>
            <a:spLocks noGrp="1"/>
          </p:cNvSpPr>
          <p:nvPr>
            <p:ph sz="quarter" idx="13"/>
          </p:nvPr>
        </p:nvSpPr>
        <p:spPr>
          <a:xfrm>
            <a:off x="530944" y="463007"/>
            <a:ext cx="5059150" cy="713232"/>
          </a:xfrm>
        </p:spPr>
        <p:txBody>
          <a:bodyPr>
            <a:normAutofit/>
          </a:bodyPr>
          <a:lstStyle/>
          <a:p>
            <a:r>
              <a:rPr lang="en-IN" sz="2800" b="1" dirty="0">
                <a:solidFill>
                  <a:schemeClr val="accent2">
                    <a:lumMod val="75000"/>
                  </a:schemeClr>
                </a:solidFill>
                <a:latin typeface="+mj-lt"/>
              </a:rPr>
              <a:t>CALL STATUS DISTRIBUTION</a:t>
            </a:r>
          </a:p>
        </p:txBody>
      </p:sp>
      <p:sp>
        <p:nvSpPr>
          <p:cNvPr id="4" name="Slide Number Placeholder 3">
            <a:extLst>
              <a:ext uri="{FF2B5EF4-FFF2-40B4-BE49-F238E27FC236}">
                <a16:creationId xmlns:a16="http://schemas.microsoft.com/office/drawing/2014/main" id="{4142C23E-F1F9-8F9D-B94A-9D7639021B8B}"/>
              </a:ext>
            </a:extLst>
          </p:cNvPr>
          <p:cNvSpPr>
            <a:spLocks noGrp="1"/>
          </p:cNvSpPr>
          <p:nvPr>
            <p:ph type="sldNum" sz="quarter" idx="12"/>
          </p:nvPr>
        </p:nvSpPr>
        <p:spPr/>
        <p:txBody>
          <a:bodyPr/>
          <a:lstStyle/>
          <a:p>
            <a:pPr lvl="0"/>
            <a:fld id="{5EA792F7-1D9E-4C7E-A103-E8EDFDC2691E}" type="slidenum">
              <a:rPr lang="en-US" noProof="0" smtClean="0"/>
              <a:pPr lvl="0"/>
              <a:t>9</a:t>
            </a:fld>
            <a:endParaRPr lang="en-US" noProof="0"/>
          </a:p>
        </p:txBody>
      </p:sp>
      <p:pic>
        <p:nvPicPr>
          <p:cNvPr id="7" name="Picture 6">
            <a:extLst>
              <a:ext uri="{FF2B5EF4-FFF2-40B4-BE49-F238E27FC236}">
                <a16:creationId xmlns:a16="http://schemas.microsoft.com/office/drawing/2014/main" id="{350A4929-F079-B5E6-5176-66C0844E1F51}"/>
              </a:ext>
            </a:extLst>
          </p:cNvPr>
          <p:cNvPicPr>
            <a:picLocks noChangeAspect="1"/>
          </p:cNvPicPr>
          <p:nvPr/>
        </p:nvPicPr>
        <p:blipFill>
          <a:blip r:embed="rId3"/>
          <a:stretch>
            <a:fillRect/>
          </a:stretch>
        </p:blipFill>
        <p:spPr>
          <a:xfrm>
            <a:off x="6755501" y="2163497"/>
            <a:ext cx="4477933" cy="2531006"/>
          </a:xfrm>
          <a:prstGeom prst="rect">
            <a:avLst/>
          </a:prstGeom>
        </p:spPr>
      </p:pic>
      <p:sp>
        <p:nvSpPr>
          <p:cNvPr id="8" name="Rectangle 1">
            <a:extLst>
              <a:ext uri="{FF2B5EF4-FFF2-40B4-BE49-F238E27FC236}">
                <a16:creationId xmlns:a16="http://schemas.microsoft.com/office/drawing/2014/main" id="{7D451A35-7B52-E281-D9A9-C4A12AEEAE55}"/>
              </a:ext>
            </a:extLst>
          </p:cNvPr>
          <p:cNvSpPr>
            <a:spLocks noChangeArrowheads="1"/>
          </p:cNvSpPr>
          <p:nvPr/>
        </p:nvSpPr>
        <p:spPr bwMode="auto">
          <a:xfrm>
            <a:off x="530944" y="2163497"/>
            <a:ext cx="537023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Completed calls are the highest at 40.56%.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No-answer calls are 20.31%, showing that many calls are not being answered.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Busy calls account for 14.92%, which may indicate agents or users were unavailable.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Failed calls are 13.93%, while incomplete calls are 10.28%.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Overall 40.56% completion is positive, but there is still a large share of unsuccessful or unanswered calls. </a:t>
            </a:r>
          </a:p>
        </p:txBody>
      </p:sp>
    </p:spTree>
    <p:extLst>
      <p:ext uri="{BB962C8B-B14F-4D97-AF65-F5344CB8AC3E}">
        <p14:creationId xmlns:p14="http://schemas.microsoft.com/office/powerpoint/2010/main" val="3680665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185DD-9B53-4AD1-CCCE-73A188508211}"/>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9B204F5-89A6-7D98-A27F-AA18AC72475A}"/>
              </a:ext>
            </a:extLst>
          </p:cNvPr>
          <p:cNvSpPr>
            <a:spLocks noGrp="1"/>
          </p:cNvSpPr>
          <p:nvPr>
            <p:ph sz="quarter" idx="13"/>
          </p:nvPr>
        </p:nvSpPr>
        <p:spPr>
          <a:xfrm>
            <a:off x="625212" y="481861"/>
            <a:ext cx="3682837" cy="713232"/>
          </a:xfrm>
        </p:spPr>
        <p:txBody>
          <a:bodyPr>
            <a:normAutofit/>
          </a:bodyPr>
          <a:lstStyle/>
          <a:p>
            <a:r>
              <a:rPr lang="en-IN" sz="2800" b="1" dirty="0">
                <a:solidFill>
                  <a:schemeClr val="accent2">
                    <a:lumMod val="75000"/>
                  </a:schemeClr>
                </a:solidFill>
                <a:latin typeface="+mj-lt"/>
              </a:rPr>
              <a:t>WEBSITE DISTRIBUTION</a:t>
            </a:r>
          </a:p>
        </p:txBody>
      </p:sp>
      <p:sp>
        <p:nvSpPr>
          <p:cNvPr id="4" name="Slide Number Placeholder 3">
            <a:extLst>
              <a:ext uri="{FF2B5EF4-FFF2-40B4-BE49-F238E27FC236}">
                <a16:creationId xmlns:a16="http://schemas.microsoft.com/office/drawing/2014/main" id="{0D1FD811-CE7E-D6BB-F23B-32096B000AFC}"/>
              </a:ext>
            </a:extLst>
          </p:cNvPr>
          <p:cNvSpPr>
            <a:spLocks noGrp="1"/>
          </p:cNvSpPr>
          <p:nvPr>
            <p:ph type="sldNum" sz="quarter" idx="12"/>
          </p:nvPr>
        </p:nvSpPr>
        <p:spPr/>
        <p:txBody>
          <a:bodyPr/>
          <a:lstStyle/>
          <a:p>
            <a:pPr lvl="0"/>
            <a:fld id="{5EA792F7-1D9E-4C7E-A103-E8EDFDC2691E}" type="slidenum">
              <a:rPr lang="en-US" noProof="0" smtClean="0"/>
              <a:pPr lvl="0"/>
              <a:t>10</a:t>
            </a:fld>
            <a:endParaRPr lang="en-US" noProof="0"/>
          </a:p>
        </p:txBody>
      </p:sp>
      <p:pic>
        <p:nvPicPr>
          <p:cNvPr id="3" name="Picture 2">
            <a:extLst>
              <a:ext uri="{FF2B5EF4-FFF2-40B4-BE49-F238E27FC236}">
                <a16:creationId xmlns:a16="http://schemas.microsoft.com/office/drawing/2014/main" id="{818CF998-F530-7B2A-0C6C-8C491453CE6D}"/>
              </a:ext>
            </a:extLst>
          </p:cNvPr>
          <p:cNvPicPr>
            <a:picLocks noChangeAspect="1"/>
          </p:cNvPicPr>
          <p:nvPr/>
        </p:nvPicPr>
        <p:blipFill>
          <a:blip r:embed="rId3"/>
          <a:srcRect b="5822"/>
          <a:stretch>
            <a:fillRect/>
          </a:stretch>
        </p:blipFill>
        <p:spPr>
          <a:xfrm>
            <a:off x="6391374" y="1601171"/>
            <a:ext cx="5416704" cy="2885987"/>
          </a:xfrm>
          <a:prstGeom prst="rect">
            <a:avLst/>
          </a:prstGeom>
        </p:spPr>
      </p:pic>
      <p:sp>
        <p:nvSpPr>
          <p:cNvPr id="5" name="Rectangle 1">
            <a:extLst>
              <a:ext uri="{FF2B5EF4-FFF2-40B4-BE49-F238E27FC236}">
                <a16:creationId xmlns:a16="http://schemas.microsoft.com/office/drawing/2014/main" id="{96D43E2F-63FD-5D30-AAF7-D24AF3A193CD}"/>
              </a:ext>
            </a:extLst>
          </p:cNvPr>
          <p:cNvSpPr>
            <a:spLocks noChangeArrowheads="1"/>
          </p:cNvSpPr>
          <p:nvPr/>
        </p:nvSpPr>
        <p:spPr bwMode="auto">
          <a:xfrm>
            <a:off x="625212" y="2178834"/>
            <a:ext cx="452182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Gurucool has the highest share with 72.16% of total usage.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App accounts for 27.83%, making it the second most-used website.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Dashboard usage is almost zero, at only 0.01%.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Overall, Gurucool is the main platform used by customers, followed by the app. </a:t>
            </a:r>
          </a:p>
        </p:txBody>
      </p:sp>
    </p:spTree>
    <p:extLst>
      <p:ext uri="{BB962C8B-B14F-4D97-AF65-F5344CB8AC3E}">
        <p14:creationId xmlns:p14="http://schemas.microsoft.com/office/powerpoint/2010/main" val="3245988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8CFF5-2060-7DFE-EBE0-90129823643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8457DFE-2BED-7F8D-CAC6-C1BE970E0643}"/>
              </a:ext>
            </a:extLst>
          </p:cNvPr>
          <p:cNvSpPr>
            <a:spLocks noGrp="1"/>
          </p:cNvSpPr>
          <p:nvPr>
            <p:ph sz="quarter" idx="13"/>
          </p:nvPr>
        </p:nvSpPr>
        <p:spPr>
          <a:xfrm>
            <a:off x="417823" y="500691"/>
            <a:ext cx="3682837" cy="713232"/>
          </a:xfrm>
        </p:spPr>
        <p:txBody>
          <a:bodyPr>
            <a:normAutofit/>
          </a:bodyPr>
          <a:lstStyle/>
          <a:p>
            <a:r>
              <a:rPr lang="en-IN" sz="2800" b="1" dirty="0">
                <a:solidFill>
                  <a:schemeClr val="accent2">
                    <a:lumMod val="75000"/>
                  </a:schemeClr>
                </a:solidFill>
                <a:latin typeface="+mj-lt"/>
              </a:rPr>
              <a:t>TOP 10 GURU </a:t>
            </a:r>
          </a:p>
        </p:txBody>
      </p:sp>
      <p:sp>
        <p:nvSpPr>
          <p:cNvPr id="4" name="Slide Number Placeholder 3">
            <a:extLst>
              <a:ext uri="{FF2B5EF4-FFF2-40B4-BE49-F238E27FC236}">
                <a16:creationId xmlns:a16="http://schemas.microsoft.com/office/drawing/2014/main" id="{D1477210-EC4A-E6D3-ABF0-78816CB0225B}"/>
              </a:ext>
            </a:extLst>
          </p:cNvPr>
          <p:cNvSpPr>
            <a:spLocks noGrp="1"/>
          </p:cNvSpPr>
          <p:nvPr>
            <p:ph type="sldNum" sz="quarter" idx="12"/>
          </p:nvPr>
        </p:nvSpPr>
        <p:spPr/>
        <p:txBody>
          <a:bodyPr/>
          <a:lstStyle/>
          <a:p>
            <a:pPr lvl="0"/>
            <a:fld id="{5EA792F7-1D9E-4C7E-A103-E8EDFDC2691E}" type="slidenum">
              <a:rPr lang="en-US" noProof="0" smtClean="0"/>
              <a:pPr lvl="0"/>
              <a:t>11</a:t>
            </a:fld>
            <a:endParaRPr lang="en-US" noProof="0"/>
          </a:p>
        </p:txBody>
      </p:sp>
      <p:sp>
        <p:nvSpPr>
          <p:cNvPr id="5" name="Rectangle 1">
            <a:extLst>
              <a:ext uri="{FF2B5EF4-FFF2-40B4-BE49-F238E27FC236}">
                <a16:creationId xmlns:a16="http://schemas.microsoft.com/office/drawing/2014/main" id="{14B95900-FD19-0B7B-738C-5A73C8979B64}"/>
              </a:ext>
            </a:extLst>
          </p:cNvPr>
          <p:cNvSpPr>
            <a:spLocks noChangeArrowheads="1"/>
          </p:cNvSpPr>
          <p:nvPr/>
        </p:nvSpPr>
        <p:spPr bwMode="auto">
          <a:xfrm flipV="1">
            <a:off x="172726" y="2852439"/>
            <a:ext cx="25893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2" name="Rectangle 1">
            <a:extLst>
              <a:ext uri="{FF2B5EF4-FFF2-40B4-BE49-F238E27FC236}">
                <a16:creationId xmlns:a16="http://schemas.microsoft.com/office/drawing/2014/main" id="{69DA090C-E632-96F9-4976-4D4F892205B1}"/>
              </a:ext>
            </a:extLst>
          </p:cNvPr>
          <p:cNvSpPr>
            <a:spLocks noChangeArrowheads="1"/>
          </p:cNvSpPr>
          <p:nvPr/>
        </p:nvSpPr>
        <p:spPr bwMode="auto">
          <a:xfrm>
            <a:off x="417823" y="1997839"/>
            <a:ext cx="522883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Astro Krishaa has the highest interactions with 1,580 calls.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Astro Sakthi is second with 1,450 interactions.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Astro Shalini has 1,321 interactions, also showing strong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lowest among the top 10 is Tarot Bee Riya with 735 interactions.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top 3 gurus Astro Krishaa, Astro Sakthi, and Astro Shalini have the highest customer interactions. </a:t>
            </a:r>
          </a:p>
        </p:txBody>
      </p:sp>
      <p:pic>
        <p:nvPicPr>
          <p:cNvPr id="8" name="Picture 7">
            <a:extLst>
              <a:ext uri="{FF2B5EF4-FFF2-40B4-BE49-F238E27FC236}">
                <a16:creationId xmlns:a16="http://schemas.microsoft.com/office/drawing/2014/main" id="{3EC1E6F3-6DB7-AA17-0CB5-CA4CAC3F8BFB}"/>
              </a:ext>
            </a:extLst>
          </p:cNvPr>
          <p:cNvPicPr>
            <a:picLocks noChangeAspect="1"/>
          </p:cNvPicPr>
          <p:nvPr/>
        </p:nvPicPr>
        <p:blipFill>
          <a:blip r:embed="rId3"/>
          <a:stretch>
            <a:fillRect/>
          </a:stretch>
        </p:blipFill>
        <p:spPr>
          <a:xfrm>
            <a:off x="6218646" y="1886097"/>
            <a:ext cx="5800627" cy="2671347"/>
          </a:xfrm>
          <a:prstGeom prst="rect">
            <a:avLst/>
          </a:prstGeom>
        </p:spPr>
      </p:pic>
    </p:spTree>
    <p:extLst>
      <p:ext uri="{BB962C8B-B14F-4D97-AF65-F5344CB8AC3E}">
        <p14:creationId xmlns:p14="http://schemas.microsoft.com/office/powerpoint/2010/main" val="1743219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A28A5-B95B-2CF9-75AB-C72754DC57A5}"/>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0727491-987A-350B-6990-5AE95B7E4586}"/>
              </a:ext>
            </a:extLst>
          </p:cNvPr>
          <p:cNvSpPr>
            <a:spLocks noGrp="1"/>
          </p:cNvSpPr>
          <p:nvPr>
            <p:ph sz="quarter" idx="13"/>
          </p:nvPr>
        </p:nvSpPr>
        <p:spPr>
          <a:xfrm>
            <a:off x="373426" y="487581"/>
            <a:ext cx="4920135" cy="713232"/>
          </a:xfrm>
        </p:spPr>
        <p:txBody>
          <a:bodyPr>
            <a:normAutofit/>
          </a:bodyPr>
          <a:lstStyle/>
          <a:p>
            <a:r>
              <a:rPr lang="en-IN" sz="2800" b="1" dirty="0">
                <a:solidFill>
                  <a:schemeClr val="accent2">
                    <a:lumMod val="75000"/>
                  </a:schemeClr>
                </a:solidFill>
                <a:latin typeface="+mj-lt"/>
              </a:rPr>
              <a:t>HOUR WISE CALL DISTRIBUTION</a:t>
            </a:r>
          </a:p>
        </p:txBody>
      </p:sp>
      <p:sp>
        <p:nvSpPr>
          <p:cNvPr id="4" name="Slide Number Placeholder 3">
            <a:extLst>
              <a:ext uri="{FF2B5EF4-FFF2-40B4-BE49-F238E27FC236}">
                <a16:creationId xmlns:a16="http://schemas.microsoft.com/office/drawing/2014/main" id="{20C8D202-7158-AB39-19AC-581D4CD0BB53}"/>
              </a:ext>
            </a:extLst>
          </p:cNvPr>
          <p:cNvSpPr>
            <a:spLocks noGrp="1"/>
          </p:cNvSpPr>
          <p:nvPr>
            <p:ph type="sldNum" sz="quarter" idx="12"/>
          </p:nvPr>
        </p:nvSpPr>
        <p:spPr/>
        <p:txBody>
          <a:bodyPr/>
          <a:lstStyle/>
          <a:p>
            <a:pPr lvl="0"/>
            <a:fld id="{5EA792F7-1D9E-4C7E-A103-E8EDFDC2691E}" type="slidenum">
              <a:rPr lang="en-US" noProof="0" smtClean="0"/>
              <a:pPr lvl="0"/>
              <a:t>12</a:t>
            </a:fld>
            <a:endParaRPr lang="en-US" noProof="0"/>
          </a:p>
        </p:txBody>
      </p:sp>
      <p:sp>
        <p:nvSpPr>
          <p:cNvPr id="5" name="Rectangle 1">
            <a:extLst>
              <a:ext uri="{FF2B5EF4-FFF2-40B4-BE49-F238E27FC236}">
                <a16:creationId xmlns:a16="http://schemas.microsoft.com/office/drawing/2014/main" id="{9A4E49E7-0F4A-5CA3-9D77-560A7D3073DB}"/>
              </a:ext>
            </a:extLst>
          </p:cNvPr>
          <p:cNvSpPr>
            <a:spLocks noChangeArrowheads="1"/>
          </p:cNvSpPr>
          <p:nvPr/>
        </p:nvSpPr>
        <p:spPr bwMode="auto">
          <a:xfrm flipV="1">
            <a:off x="172726" y="2852439"/>
            <a:ext cx="25893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3" name="Rectangle 1">
            <a:extLst>
              <a:ext uri="{FF2B5EF4-FFF2-40B4-BE49-F238E27FC236}">
                <a16:creationId xmlns:a16="http://schemas.microsoft.com/office/drawing/2014/main" id="{8FA01B8C-A211-1293-26A4-1519CEDD224B}"/>
              </a:ext>
            </a:extLst>
          </p:cNvPr>
          <p:cNvSpPr>
            <a:spLocks noChangeArrowheads="1"/>
          </p:cNvSpPr>
          <p:nvPr/>
        </p:nvSpPr>
        <p:spPr bwMode="auto">
          <a:xfrm>
            <a:off x="373426" y="1513611"/>
            <a:ext cx="492013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highest workload occurs around 8 AM, with nearly 650 calls.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Call volume is high between 6 AM and 10 AM, showing a busy morning period.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Workload remains fairly high during the afternoon, around 13–16 hours.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After 17:00, the number of calls drops steadily.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lowest workload is during the late night and early morning hours, around 0–2 AM and 21–23 PM. </a:t>
            </a:r>
          </a:p>
        </p:txBody>
      </p:sp>
      <p:pic>
        <p:nvPicPr>
          <p:cNvPr id="7" name="Picture 6">
            <a:extLst>
              <a:ext uri="{FF2B5EF4-FFF2-40B4-BE49-F238E27FC236}">
                <a16:creationId xmlns:a16="http://schemas.microsoft.com/office/drawing/2014/main" id="{7F69593E-54D9-1216-5C6C-B33DC0B9BC44}"/>
              </a:ext>
            </a:extLst>
          </p:cNvPr>
          <p:cNvPicPr>
            <a:picLocks noChangeAspect="1"/>
          </p:cNvPicPr>
          <p:nvPr/>
        </p:nvPicPr>
        <p:blipFill>
          <a:blip r:embed="rId3"/>
          <a:stretch>
            <a:fillRect/>
          </a:stretch>
        </p:blipFill>
        <p:spPr>
          <a:xfrm>
            <a:off x="5514588" y="2032165"/>
            <a:ext cx="6459396" cy="2379211"/>
          </a:xfrm>
          <a:prstGeom prst="rect">
            <a:avLst/>
          </a:prstGeom>
        </p:spPr>
      </p:pic>
    </p:spTree>
    <p:extLst>
      <p:ext uri="{BB962C8B-B14F-4D97-AF65-F5344CB8AC3E}">
        <p14:creationId xmlns:p14="http://schemas.microsoft.com/office/powerpoint/2010/main" val="1939956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F3BE0-66C1-F03B-CC63-67240D51EED7}"/>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3EB213B-2763-FF7E-DF3E-84E8685DDD6D}"/>
              </a:ext>
            </a:extLst>
          </p:cNvPr>
          <p:cNvSpPr>
            <a:spLocks noGrp="1"/>
          </p:cNvSpPr>
          <p:nvPr>
            <p:ph sz="quarter" idx="13"/>
          </p:nvPr>
        </p:nvSpPr>
        <p:spPr>
          <a:xfrm>
            <a:off x="344834" y="415873"/>
            <a:ext cx="5923274" cy="713232"/>
          </a:xfrm>
        </p:spPr>
        <p:txBody>
          <a:bodyPr>
            <a:normAutofit/>
          </a:bodyPr>
          <a:lstStyle/>
          <a:p>
            <a:r>
              <a:rPr lang="en-IN" sz="2800" b="1" dirty="0">
                <a:solidFill>
                  <a:schemeClr val="accent2">
                    <a:lumMod val="75000"/>
                  </a:schemeClr>
                </a:solidFill>
                <a:latin typeface="+mj-lt"/>
              </a:rPr>
              <a:t>RATING-WISE USER DISTRIBUTION</a:t>
            </a:r>
          </a:p>
        </p:txBody>
      </p:sp>
      <p:sp>
        <p:nvSpPr>
          <p:cNvPr id="4" name="Slide Number Placeholder 3">
            <a:extLst>
              <a:ext uri="{FF2B5EF4-FFF2-40B4-BE49-F238E27FC236}">
                <a16:creationId xmlns:a16="http://schemas.microsoft.com/office/drawing/2014/main" id="{9AFC35C8-279B-EDCD-E3EC-50F6FDB5189A}"/>
              </a:ext>
            </a:extLst>
          </p:cNvPr>
          <p:cNvSpPr>
            <a:spLocks noGrp="1"/>
          </p:cNvSpPr>
          <p:nvPr>
            <p:ph type="sldNum" sz="quarter" idx="12"/>
          </p:nvPr>
        </p:nvSpPr>
        <p:spPr/>
        <p:txBody>
          <a:bodyPr/>
          <a:lstStyle/>
          <a:p>
            <a:pPr lvl="0"/>
            <a:fld id="{5EA792F7-1D9E-4C7E-A103-E8EDFDC2691E}" type="slidenum">
              <a:rPr lang="en-US" noProof="0" smtClean="0"/>
              <a:pPr lvl="0"/>
              <a:t>13</a:t>
            </a:fld>
            <a:endParaRPr lang="en-US" noProof="0"/>
          </a:p>
        </p:txBody>
      </p:sp>
      <p:sp>
        <p:nvSpPr>
          <p:cNvPr id="5" name="Rectangle 1">
            <a:extLst>
              <a:ext uri="{FF2B5EF4-FFF2-40B4-BE49-F238E27FC236}">
                <a16:creationId xmlns:a16="http://schemas.microsoft.com/office/drawing/2014/main" id="{0BD03BF2-2A41-A871-0207-F618B9230656}"/>
              </a:ext>
            </a:extLst>
          </p:cNvPr>
          <p:cNvSpPr>
            <a:spLocks noChangeArrowheads="1"/>
          </p:cNvSpPr>
          <p:nvPr/>
        </p:nvSpPr>
        <p:spPr bwMode="auto">
          <a:xfrm flipV="1">
            <a:off x="172726" y="2852439"/>
            <a:ext cx="25893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3" name="Rectangle 1">
            <a:extLst>
              <a:ext uri="{FF2B5EF4-FFF2-40B4-BE49-F238E27FC236}">
                <a16:creationId xmlns:a16="http://schemas.microsoft.com/office/drawing/2014/main" id="{D77B0D45-0ED2-419C-41C7-FDC16373F8AE}"/>
              </a:ext>
            </a:extLst>
          </p:cNvPr>
          <p:cNvSpPr>
            <a:spLocks noChangeArrowheads="1"/>
          </p:cNvSpPr>
          <p:nvPr/>
        </p:nvSpPr>
        <p:spPr bwMode="auto">
          <a:xfrm>
            <a:off x="344834" y="2274838"/>
            <a:ext cx="525468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Rating 0 has the highest number of users.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Ratings 2 and 3 also have a high number of users.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Rating 1 shows a significant drop compared with the other ratings.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Higher ratings have a relatively lower and stable user distribution.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719C5C0A-85E2-5B7F-F951-AA80BFB49959}"/>
              </a:ext>
            </a:extLst>
          </p:cNvPr>
          <p:cNvPicPr>
            <a:picLocks noChangeAspect="1"/>
          </p:cNvPicPr>
          <p:nvPr/>
        </p:nvPicPr>
        <p:blipFill>
          <a:blip r:embed="rId3"/>
          <a:stretch>
            <a:fillRect/>
          </a:stretch>
        </p:blipFill>
        <p:spPr>
          <a:xfrm>
            <a:off x="6293963" y="2063964"/>
            <a:ext cx="4844538" cy="2730071"/>
          </a:xfrm>
          <a:prstGeom prst="rect">
            <a:avLst/>
          </a:prstGeom>
        </p:spPr>
      </p:pic>
    </p:spTree>
    <p:extLst>
      <p:ext uri="{BB962C8B-B14F-4D97-AF65-F5344CB8AC3E}">
        <p14:creationId xmlns:p14="http://schemas.microsoft.com/office/powerpoint/2010/main" val="4083805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09C74-F3A8-05E5-8F83-F1027EF88A7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80ABF40-D3DD-B128-3C1A-613FFBD49316}"/>
              </a:ext>
            </a:extLst>
          </p:cNvPr>
          <p:cNvSpPr>
            <a:spLocks noGrp="1"/>
          </p:cNvSpPr>
          <p:nvPr>
            <p:ph sz="quarter" idx="13"/>
          </p:nvPr>
        </p:nvSpPr>
        <p:spPr>
          <a:xfrm>
            <a:off x="576581" y="477214"/>
            <a:ext cx="4370994" cy="713232"/>
          </a:xfrm>
        </p:spPr>
        <p:txBody>
          <a:bodyPr>
            <a:normAutofit/>
          </a:bodyPr>
          <a:lstStyle/>
          <a:p>
            <a:r>
              <a:rPr lang="en-IN" sz="2800" b="1" dirty="0">
                <a:solidFill>
                  <a:schemeClr val="accent2">
                    <a:lumMod val="75000"/>
                  </a:schemeClr>
                </a:solidFill>
                <a:latin typeface="+mj-lt"/>
              </a:rPr>
              <a:t>AVERAGE RATING</a:t>
            </a:r>
          </a:p>
        </p:txBody>
      </p:sp>
      <p:sp>
        <p:nvSpPr>
          <p:cNvPr id="4" name="Slide Number Placeholder 3">
            <a:extLst>
              <a:ext uri="{FF2B5EF4-FFF2-40B4-BE49-F238E27FC236}">
                <a16:creationId xmlns:a16="http://schemas.microsoft.com/office/drawing/2014/main" id="{A34F1E5C-BBC3-D887-EA8B-6E56246FA8E0}"/>
              </a:ext>
            </a:extLst>
          </p:cNvPr>
          <p:cNvSpPr>
            <a:spLocks noGrp="1"/>
          </p:cNvSpPr>
          <p:nvPr>
            <p:ph type="sldNum" sz="quarter" idx="12"/>
          </p:nvPr>
        </p:nvSpPr>
        <p:spPr/>
        <p:txBody>
          <a:bodyPr/>
          <a:lstStyle/>
          <a:p>
            <a:pPr lvl="0"/>
            <a:fld id="{5EA792F7-1D9E-4C7E-A103-E8EDFDC2691E}" type="slidenum">
              <a:rPr lang="en-US" noProof="0" smtClean="0"/>
              <a:pPr lvl="0"/>
              <a:t>14</a:t>
            </a:fld>
            <a:endParaRPr lang="en-US" noProof="0"/>
          </a:p>
        </p:txBody>
      </p:sp>
      <p:sp>
        <p:nvSpPr>
          <p:cNvPr id="5" name="Rectangle 1">
            <a:extLst>
              <a:ext uri="{FF2B5EF4-FFF2-40B4-BE49-F238E27FC236}">
                <a16:creationId xmlns:a16="http://schemas.microsoft.com/office/drawing/2014/main" id="{AE4DD554-BDC3-8916-19CF-925082800545}"/>
              </a:ext>
            </a:extLst>
          </p:cNvPr>
          <p:cNvSpPr>
            <a:spLocks noChangeArrowheads="1"/>
          </p:cNvSpPr>
          <p:nvPr/>
        </p:nvSpPr>
        <p:spPr bwMode="auto">
          <a:xfrm flipV="1">
            <a:off x="172726" y="2852439"/>
            <a:ext cx="25893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8" name="Picture 7">
            <a:extLst>
              <a:ext uri="{FF2B5EF4-FFF2-40B4-BE49-F238E27FC236}">
                <a16:creationId xmlns:a16="http://schemas.microsoft.com/office/drawing/2014/main" id="{3B1BFEC5-F05C-B9D3-B4FE-1AC25513D569}"/>
              </a:ext>
            </a:extLst>
          </p:cNvPr>
          <p:cNvPicPr>
            <a:picLocks noChangeAspect="1"/>
          </p:cNvPicPr>
          <p:nvPr/>
        </p:nvPicPr>
        <p:blipFill>
          <a:blip r:embed="rId3"/>
          <a:srcRect l="4834" r="13577" b="3290"/>
          <a:stretch>
            <a:fillRect/>
          </a:stretch>
        </p:blipFill>
        <p:spPr>
          <a:xfrm>
            <a:off x="6509963" y="2045044"/>
            <a:ext cx="5254688" cy="2353453"/>
          </a:xfrm>
          <a:prstGeom prst="rect">
            <a:avLst/>
          </a:prstGeom>
        </p:spPr>
      </p:pic>
      <p:sp>
        <p:nvSpPr>
          <p:cNvPr id="9" name="Rectangle 1">
            <a:extLst>
              <a:ext uri="{FF2B5EF4-FFF2-40B4-BE49-F238E27FC236}">
                <a16:creationId xmlns:a16="http://schemas.microsoft.com/office/drawing/2014/main" id="{D51B4C7F-FB29-4B7B-AF50-75ABD30656C3}"/>
              </a:ext>
            </a:extLst>
          </p:cNvPr>
          <p:cNvSpPr>
            <a:spLocks noChangeArrowheads="1"/>
          </p:cNvSpPr>
          <p:nvPr/>
        </p:nvSpPr>
        <p:spPr bwMode="auto">
          <a:xfrm>
            <a:off x="575754" y="2413337"/>
            <a:ext cx="510628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Dashboard has the highest average rating at 4.50.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App has an average rating of 3.50, showing moderate user satisfaction.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Gurucool has the lowest average rating at 2.72.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Overall Dashboard performs best in user ratings, while Gurucool needs improvement. </a:t>
            </a:r>
          </a:p>
        </p:txBody>
      </p:sp>
    </p:spTree>
    <p:extLst>
      <p:ext uri="{BB962C8B-B14F-4D97-AF65-F5344CB8AC3E}">
        <p14:creationId xmlns:p14="http://schemas.microsoft.com/office/powerpoint/2010/main" val="2911397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E9791-E357-41D0-94C5-E1E983759081}"/>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C156173-8890-BAC8-31E4-F31F750B1147}"/>
              </a:ext>
            </a:extLst>
          </p:cNvPr>
          <p:cNvSpPr>
            <a:spLocks noGrp="1"/>
          </p:cNvSpPr>
          <p:nvPr>
            <p:ph sz="quarter" idx="13"/>
          </p:nvPr>
        </p:nvSpPr>
        <p:spPr>
          <a:xfrm>
            <a:off x="529194" y="477214"/>
            <a:ext cx="5882687" cy="713232"/>
          </a:xfrm>
        </p:spPr>
        <p:txBody>
          <a:bodyPr>
            <a:normAutofit/>
          </a:bodyPr>
          <a:lstStyle/>
          <a:p>
            <a:r>
              <a:rPr lang="en-IN" sz="2800" b="1" dirty="0">
                <a:solidFill>
                  <a:schemeClr val="accent2">
                    <a:lumMod val="75000"/>
                  </a:schemeClr>
                </a:solidFill>
                <a:latin typeface="+mj-lt"/>
              </a:rPr>
              <a:t>RATING-WISE GURU DISTRIBUTION</a:t>
            </a:r>
          </a:p>
        </p:txBody>
      </p:sp>
      <p:sp>
        <p:nvSpPr>
          <p:cNvPr id="4" name="Slide Number Placeholder 3">
            <a:extLst>
              <a:ext uri="{FF2B5EF4-FFF2-40B4-BE49-F238E27FC236}">
                <a16:creationId xmlns:a16="http://schemas.microsoft.com/office/drawing/2014/main" id="{10FD5892-3F1D-9A14-BF8B-03E3C237F96F}"/>
              </a:ext>
            </a:extLst>
          </p:cNvPr>
          <p:cNvSpPr>
            <a:spLocks noGrp="1"/>
          </p:cNvSpPr>
          <p:nvPr>
            <p:ph type="sldNum" sz="quarter" idx="12"/>
          </p:nvPr>
        </p:nvSpPr>
        <p:spPr/>
        <p:txBody>
          <a:bodyPr/>
          <a:lstStyle/>
          <a:p>
            <a:pPr lvl="0"/>
            <a:fld id="{5EA792F7-1D9E-4C7E-A103-E8EDFDC2691E}" type="slidenum">
              <a:rPr lang="en-US" noProof="0" smtClean="0"/>
              <a:pPr lvl="0"/>
              <a:t>15</a:t>
            </a:fld>
            <a:endParaRPr lang="en-US" noProof="0"/>
          </a:p>
        </p:txBody>
      </p:sp>
      <p:sp>
        <p:nvSpPr>
          <p:cNvPr id="5" name="Rectangle 1">
            <a:extLst>
              <a:ext uri="{FF2B5EF4-FFF2-40B4-BE49-F238E27FC236}">
                <a16:creationId xmlns:a16="http://schemas.microsoft.com/office/drawing/2014/main" id="{14141035-4079-0AEF-14A7-346C1789E0F8}"/>
              </a:ext>
            </a:extLst>
          </p:cNvPr>
          <p:cNvSpPr>
            <a:spLocks noChangeArrowheads="1"/>
          </p:cNvSpPr>
          <p:nvPr/>
        </p:nvSpPr>
        <p:spPr bwMode="auto">
          <a:xfrm flipV="1">
            <a:off x="172726" y="2852439"/>
            <a:ext cx="25893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2" name="Rectangle 1">
            <a:extLst>
              <a:ext uri="{FF2B5EF4-FFF2-40B4-BE49-F238E27FC236}">
                <a16:creationId xmlns:a16="http://schemas.microsoft.com/office/drawing/2014/main" id="{A60BDE58-A87B-0708-2765-AEABAA3501C8}"/>
              </a:ext>
            </a:extLst>
          </p:cNvPr>
          <p:cNvSpPr>
            <a:spLocks noChangeArrowheads="1"/>
          </p:cNvSpPr>
          <p:nvPr/>
        </p:nvSpPr>
        <p:spPr bwMode="auto">
          <a:xfrm>
            <a:off x="529194" y="2524102"/>
            <a:ext cx="510628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Rating 0 has the highest guru interactions, making it the largest category.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Ratings 2 and 3 also show a high distribution compared with most other ratings.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There is a sharp drop from rating 0 to rating 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From rating 4 onward, the distribution remains relatively low and stable. </a:t>
            </a:r>
          </a:p>
        </p:txBody>
      </p:sp>
      <p:pic>
        <p:nvPicPr>
          <p:cNvPr id="7" name="Picture 6">
            <a:extLst>
              <a:ext uri="{FF2B5EF4-FFF2-40B4-BE49-F238E27FC236}">
                <a16:creationId xmlns:a16="http://schemas.microsoft.com/office/drawing/2014/main" id="{DE4A6851-EF16-9CDE-ACF9-90A6EBF99B56}"/>
              </a:ext>
            </a:extLst>
          </p:cNvPr>
          <p:cNvPicPr>
            <a:picLocks noChangeAspect="1"/>
          </p:cNvPicPr>
          <p:nvPr/>
        </p:nvPicPr>
        <p:blipFill>
          <a:blip r:embed="rId3"/>
          <a:stretch>
            <a:fillRect/>
          </a:stretch>
        </p:blipFill>
        <p:spPr>
          <a:xfrm>
            <a:off x="5780118" y="2029738"/>
            <a:ext cx="5882688" cy="2629383"/>
          </a:xfrm>
          <a:prstGeom prst="rect">
            <a:avLst/>
          </a:prstGeom>
        </p:spPr>
      </p:pic>
    </p:spTree>
    <p:extLst>
      <p:ext uri="{BB962C8B-B14F-4D97-AF65-F5344CB8AC3E}">
        <p14:creationId xmlns:p14="http://schemas.microsoft.com/office/powerpoint/2010/main" val="2397802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5CB0A-0394-0AB5-D8DA-B1582FA7C57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4933805-0D5F-5439-35BE-4A0277382AC6}"/>
              </a:ext>
            </a:extLst>
          </p:cNvPr>
          <p:cNvSpPr>
            <a:spLocks noGrp="1"/>
          </p:cNvSpPr>
          <p:nvPr>
            <p:ph sz="quarter" idx="13"/>
          </p:nvPr>
        </p:nvSpPr>
        <p:spPr>
          <a:xfrm>
            <a:off x="644078" y="302751"/>
            <a:ext cx="4370994" cy="713232"/>
          </a:xfrm>
        </p:spPr>
        <p:txBody>
          <a:bodyPr>
            <a:normAutofit/>
          </a:bodyPr>
          <a:lstStyle/>
          <a:p>
            <a:r>
              <a:rPr lang="en-IN" sz="2800" b="1" dirty="0">
                <a:solidFill>
                  <a:schemeClr val="accent2">
                    <a:lumMod val="75000"/>
                  </a:schemeClr>
                </a:solidFill>
                <a:latin typeface="+mj-lt"/>
              </a:rPr>
              <a:t>DAY BY DAY CALL VOLUME</a:t>
            </a:r>
          </a:p>
        </p:txBody>
      </p:sp>
      <p:sp>
        <p:nvSpPr>
          <p:cNvPr id="4" name="Slide Number Placeholder 3">
            <a:extLst>
              <a:ext uri="{FF2B5EF4-FFF2-40B4-BE49-F238E27FC236}">
                <a16:creationId xmlns:a16="http://schemas.microsoft.com/office/drawing/2014/main" id="{98C9E641-2576-65FF-57A3-C19914031CF1}"/>
              </a:ext>
            </a:extLst>
          </p:cNvPr>
          <p:cNvSpPr>
            <a:spLocks noGrp="1"/>
          </p:cNvSpPr>
          <p:nvPr>
            <p:ph type="sldNum" sz="quarter" idx="12"/>
          </p:nvPr>
        </p:nvSpPr>
        <p:spPr/>
        <p:txBody>
          <a:bodyPr/>
          <a:lstStyle/>
          <a:p>
            <a:pPr lvl="0"/>
            <a:fld id="{5EA792F7-1D9E-4C7E-A103-E8EDFDC2691E}" type="slidenum">
              <a:rPr lang="en-US" noProof="0" smtClean="0"/>
              <a:pPr lvl="0"/>
              <a:t>16</a:t>
            </a:fld>
            <a:endParaRPr lang="en-US" noProof="0"/>
          </a:p>
        </p:txBody>
      </p:sp>
      <p:sp>
        <p:nvSpPr>
          <p:cNvPr id="5" name="Rectangle 1">
            <a:extLst>
              <a:ext uri="{FF2B5EF4-FFF2-40B4-BE49-F238E27FC236}">
                <a16:creationId xmlns:a16="http://schemas.microsoft.com/office/drawing/2014/main" id="{81A631D4-48BF-F970-BBAD-9A7EC20F8523}"/>
              </a:ext>
            </a:extLst>
          </p:cNvPr>
          <p:cNvSpPr>
            <a:spLocks noChangeArrowheads="1"/>
          </p:cNvSpPr>
          <p:nvPr/>
        </p:nvSpPr>
        <p:spPr bwMode="auto">
          <a:xfrm flipV="1">
            <a:off x="172726" y="2852439"/>
            <a:ext cx="25893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9" name="Rectangle 1">
            <a:extLst>
              <a:ext uri="{FF2B5EF4-FFF2-40B4-BE49-F238E27FC236}">
                <a16:creationId xmlns:a16="http://schemas.microsoft.com/office/drawing/2014/main" id="{A1EEB005-AAAB-EA0F-5231-CE440187C7C1}"/>
              </a:ext>
            </a:extLst>
          </p:cNvPr>
          <p:cNvSpPr>
            <a:spLocks noChangeArrowheads="1"/>
          </p:cNvSpPr>
          <p:nvPr/>
        </p:nvSpPr>
        <p:spPr bwMode="auto">
          <a:xfrm>
            <a:off x="644078" y="1574567"/>
            <a:ext cx="1080311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Call volume increased from 228 on 01-Dec to 430 on 10-Dec, showing strong growth.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highest call volume was 430 on 10-Dec.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Call volume dropped to 138 on 08-Dec, the lowest point in December.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After mid-December, call volume generally remained between 150–260 calls per day.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By early January, call volume fell further to 107 calls on 03-Jan. </a:t>
            </a:r>
          </a:p>
        </p:txBody>
      </p:sp>
      <p:pic>
        <p:nvPicPr>
          <p:cNvPr id="3" name="Picture 2">
            <a:extLst>
              <a:ext uri="{FF2B5EF4-FFF2-40B4-BE49-F238E27FC236}">
                <a16:creationId xmlns:a16="http://schemas.microsoft.com/office/drawing/2014/main" id="{2B133B65-9F69-E9A2-FCC6-DAE86D4B019D}"/>
              </a:ext>
            </a:extLst>
          </p:cNvPr>
          <p:cNvPicPr>
            <a:picLocks noChangeAspect="1"/>
          </p:cNvPicPr>
          <p:nvPr/>
        </p:nvPicPr>
        <p:blipFill>
          <a:blip r:embed="rId3"/>
          <a:stretch>
            <a:fillRect/>
          </a:stretch>
        </p:blipFill>
        <p:spPr>
          <a:xfrm>
            <a:off x="806286" y="3887477"/>
            <a:ext cx="10640910" cy="1638529"/>
          </a:xfrm>
          <a:prstGeom prst="rect">
            <a:avLst/>
          </a:prstGeom>
        </p:spPr>
      </p:pic>
    </p:spTree>
    <p:extLst>
      <p:ext uri="{BB962C8B-B14F-4D97-AF65-F5344CB8AC3E}">
        <p14:creationId xmlns:p14="http://schemas.microsoft.com/office/powerpoint/2010/main" val="1414375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BA6305-913D-44BD-B3AA-6395AECC850C}"/>
              </a:ext>
            </a:extLst>
          </p:cNvPr>
          <p:cNvSpPr>
            <a:spLocks noGrp="1"/>
          </p:cNvSpPr>
          <p:nvPr>
            <p:ph type="title"/>
          </p:nvPr>
        </p:nvSpPr>
        <p:spPr>
          <a:xfrm>
            <a:off x="1160107" y="481377"/>
            <a:ext cx="6908452" cy="1140643"/>
          </a:xfrm>
        </p:spPr>
        <p:txBody>
          <a:bodyPr/>
          <a:lstStyle/>
          <a:p>
            <a:r>
              <a:rPr lang="en-IN" dirty="0">
                <a:solidFill>
                  <a:schemeClr val="accent2">
                    <a:lumMod val="75000"/>
                  </a:schemeClr>
                </a:solidFill>
              </a:rPr>
              <a:t>AstroSage Performance Overview</a:t>
            </a:r>
            <a:endParaRPr lang="en-US" dirty="0">
              <a:solidFill>
                <a:schemeClr val="accent2">
                  <a:lumMod val="75000"/>
                </a:schemeClr>
              </a:solidFill>
            </a:endParaRPr>
          </a:p>
        </p:txBody>
      </p:sp>
      <p:sp>
        <p:nvSpPr>
          <p:cNvPr id="5" name="Slide Number Placeholder 4">
            <a:extLst>
              <a:ext uri="{FF2B5EF4-FFF2-40B4-BE49-F238E27FC236}">
                <a16:creationId xmlns:a16="http://schemas.microsoft.com/office/drawing/2014/main" id="{0F97A4DD-6112-4908-B134-BBE48A0F6114}"/>
              </a:ext>
            </a:extLst>
          </p:cNvPr>
          <p:cNvSpPr>
            <a:spLocks noGrp="1"/>
          </p:cNvSpPr>
          <p:nvPr>
            <p:ph type="sldNum" sz="quarter" idx="12"/>
          </p:nvPr>
        </p:nvSpPr>
        <p:spPr/>
        <p:txBody>
          <a:bodyPr/>
          <a:lstStyle/>
          <a:p>
            <a:pPr lvl="0"/>
            <a:fld id="{80967E29-1480-472A-9FC5-C4768A52587C}" type="slidenum">
              <a:rPr lang="en-US" noProof="0" smtClean="0"/>
              <a:pPr lvl="0"/>
              <a:t>17</a:t>
            </a:fld>
            <a:endParaRPr lang="en-US" noProof="0"/>
          </a:p>
        </p:txBody>
      </p:sp>
      <p:sp>
        <p:nvSpPr>
          <p:cNvPr id="2" name="Text Placeholder 1">
            <a:extLst>
              <a:ext uri="{FF2B5EF4-FFF2-40B4-BE49-F238E27FC236}">
                <a16:creationId xmlns:a16="http://schemas.microsoft.com/office/drawing/2014/main" id="{79E61F2F-4A6E-A574-CEBD-A62AC963D45D}"/>
              </a:ext>
            </a:extLst>
          </p:cNvPr>
          <p:cNvSpPr>
            <a:spLocks noGrp="1" noChangeArrowheads="1"/>
          </p:cNvSpPr>
          <p:nvPr>
            <p:ph type="body" sz="quarter" idx="14"/>
          </p:nvPr>
        </p:nvSpPr>
        <p:spPr bwMode="auto">
          <a:xfrm>
            <a:off x="1160107" y="1515313"/>
            <a:ext cx="916224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Total Calls: AstroSage handled 8,513 calls, showing a strong overall customer interaction volume.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Total Agents: 149 agents were available to handle customer interactions.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Total Revenue: The platform generated ₹2,14,065.90 in total revenue.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Total Operational Cost: The total operational cost was ₹99,146.57, indicating significant spending on operations and service delivery.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Average Rating: The overall average rating was 2.93/5, suggesting that customer satisfaction has room for improvement.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Average Daily Call Volume: AstroSage received around 246 calls per day on average.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Average Calls per Agent/Day: Each agent handled approximately 5.53 calls per day on average.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Repeat Calls: 56.63% of calls were repeat calls, indicating that a large share of customers returned for additional interactions. </a:t>
            </a:r>
          </a:p>
        </p:txBody>
      </p:sp>
    </p:spTree>
    <p:extLst>
      <p:ext uri="{BB962C8B-B14F-4D97-AF65-F5344CB8AC3E}">
        <p14:creationId xmlns:p14="http://schemas.microsoft.com/office/powerpoint/2010/main" val="3514631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7B88-151B-C20D-6B1A-8792012D386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43EFA6-C47E-C4A1-1558-A8DEDFA68AE7}"/>
              </a:ext>
            </a:extLst>
          </p:cNvPr>
          <p:cNvSpPr>
            <a:spLocks noGrp="1"/>
          </p:cNvSpPr>
          <p:nvPr>
            <p:ph type="title"/>
          </p:nvPr>
        </p:nvSpPr>
        <p:spPr>
          <a:xfrm>
            <a:off x="1244948" y="335137"/>
            <a:ext cx="6908452" cy="1140643"/>
          </a:xfrm>
        </p:spPr>
        <p:txBody>
          <a:bodyPr/>
          <a:lstStyle/>
          <a:p>
            <a:r>
              <a:rPr lang="en-IN" dirty="0">
                <a:solidFill>
                  <a:srgbClr val="DC4826"/>
                </a:solidFill>
              </a:rPr>
              <a:t>Strategic Recommendations</a:t>
            </a:r>
            <a:endParaRPr lang="en-US" dirty="0">
              <a:solidFill>
                <a:srgbClr val="DC4826"/>
              </a:solidFill>
            </a:endParaRPr>
          </a:p>
        </p:txBody>
      </p:sp>
      <p:sp>
        <p:nvSpPr>
          <p:cNvPr id="5" name="Slide Number Placeholder 4">
            <a:extLst>
              <a:ext uri="{FF2B5EF4-FFF2-40B4-BE49-F238E27FC236}">
                <a16:creationId xmlns:a16="http://schemas.microsoft.com/office/drawing/2014/main" id="{056BA289-8838-64BC-3D55-377D1D83E648}"/>
              </a:ext>
            </a:extLst>
          </p:cNvPr>
          <p:cNvSpPr>
            <a:spLocks noGrp="1"/>
          </p:cNvSpPr>
          <p:nvPr>
            <p:ph type="sldNum" sz="quarter" idx="12"/>
          </p:nvPr>
        </p:nvSpPr>
        <p:spPr/>
        <p:txBody>
          <a:bodyPr/>
          <a:lstStyle/>
          <a:p>
            <a:pPr lvl="0"/>
            <a:fld id="{80967E29-1480-472A-9FC5-C4768A52587C}" type="slidenum">
              <a:rPr lang="en-US" noProof="0" smtClean="0"/>
              <a:pPr lvl="0"/>
              <a:t>18</a:t>
            </a:fld>
            <a:endParaRPr lang="en-US" noProof="0"/>
          </a:p>
        </p:txBody>
      </p:sp>
      <p:sp>
        <p:nvSpPr>
          <p:cNvPr id="9" name="Text Placeholder 1">
            <a:extLst>
              <a:ext uri="{FF2B5EF4-FFF2-40B4-BE49-F238E27FC236}">
                <a16:creationId xmlns:a16="http://schemas.microsoft.com/office/drawing/2014/main" id="{9DE5DD73-66F1-5CE5-77D4-4D0467C2E0AB}"/>
              </a:ext>
            </a:extLst>
          </p:cNvPr>
          <p:cNvSpPr txBox="1">
            <a:spLocks noChangeArrowheads="1"/>
          </p:cNvSpPr>
          <p:nvPr/>
        </p:nvSpPr>
        <p:spPr bwMode="auto">
          <a:xfrm>
            <a:off x="1150071" y="1179420"/>
            <a:ext cx="9596486" cy="4742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None/>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None/>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None/>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None/>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latin typeface="Arial" panose="020B0604020202020204" pitchFamily="34" charset="0"/>
                <a:cs typeface="Arial" panose="020B0604020202020204" pitchFamily="34" charset="0"/>
              </a:rPr>
              <a:t>Agent Training – ₹40 Lakh ,Invest in communication, customer handling, and problem solving training, with additional focus on low-rated agents to improve customer satisfaction and reduce failed calls.</a:t>
            </a:r>
          </a:p>
          <a:p>
            <a:r>
              <a:rPr lang="en-US" dirty="0">
                <a:solidFill>
                  <a:schemeClr val="tx1"/>
                </a:solidFill>
                <a:latin typeface="Arial" panose="020B0604020202020204" pitchFamily="34" charset="0"/>
                <a:cs typeface="Arial" panose="020B0604020202020204" pitchFamily="34" charset="0"/>
              </a:rPr>
              <a:t>Technology Upgrade – ₹30 Lakh ,Implement Automatic Call Distribution, AI chatbot, and AI call analytics to distribute calls efficiently, handle routine queries, and identify service or agent-performance issues.</a:t>
            </a:r>
          </a:p>
          <a:p>
            <a:r>
              <a:rPr lang="en-US" dirty="0">
                <a:solidFill>
                  <a:schemeClr val="tx1"/>
                </a:solidFill>
                <a:latin typeface="Arial" panose="020B0604020202020204" pitchFamily="34" charset="0"/>
                <a:cs typeface="Arial" panose="020B0604020202020204" pitchFamily="34" charset="0"/>
              </a:rPr>
              <a:t>Peak-Hour Staffing – ₹20 Lakh , Use workforce management to increase agent availability during 6–9 AM and 3–6 PM, while offering callback options during busy periods to reduce customer waiting time.</a:t>
            </a:r>
          </a:p>
          <a:p>
            <a:r>
              <a:rPr lang="en-US" dirty="0">
                <a:solidFill>
                  <a:schemeClr val="tx1"/>
                </a:solidFill>
                <a:latin typeface="Arial" panose="020B0604020202020204" pitchFamily="34" charset="0"/>
                <a:cs typeface="Arial" panose="020B0604020202020204" pitchFamily="34" charset="0"/>
              </a:rPr>
              <a:t>Customer Experience – ₹10 Lakh ,Monitor ratings, customer feedback, complaints, and call quality across platforms and consultation types to identify areas requiring improvement.</a:t>
            </a:r>
          </a:p>
          <a:p>
            <a:pPr marL="0" indent="0" eaLnBrk="0" fontAlgn="base" hangingPunct="0">
              <a:lnSpc>
                <a:spcPct val="100000"/>
              </a:lnSpc>
              <a:spcBef>
                <a:spcPct val="0"/>
              </a:spcBef>
              <a:spcAft>
                <a:spcPct val="0"/>
              </a:spcAft>
              <a:buFontTx/>
              <a:buChar char="•"/>
            </a:pPr>
            <a:endParaRPr lang="en-US" altLang="en-US" dirty="0">
              <a:solidFill>
                <a:schemeClr val="tx1"/>
              </a:solidFill>
              <a:latin typeface="Arial" panose="020B0604020202020204" pitchFamily="34" charset="0"/>
            </a:endParaRPr>
          </a:p>
        </p:txBody>
      </p:sp>
    </p:spTree>
    <p:extLst>
      <p:ext uri="{BB962C8B-B14F-4D97-AF65-F5344CB8AC3E}">
        <p14:creationId xmlns:p14="http://schemas.microsoft.com/office/powerpoint/2010/main" val="40167215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Slide Number Placeholder 36">
            <a:extLst>
              <a:ext uri="{FF2B5EF4-FFF2-40B4-BE49-F238E27FC236}">
                <a16:creationId xmlns:a16="http://schemas.microsoft.com/office/drawing/2014/main" id="{B0573956-0AA9-4FDF-8CDA-AC7558A89542}"/>
              </a:ext>
            </a:extLst>
          </p:cNvPr>
          <p:cNvSpPr>
            <a:spLocks noGrp="1"/>
          </p:cNvSpPr>
          <p:nvPr>
            <p:ph type="sldNum" sz="quarter" idx="12"/>
          </p:nvPr>
        </p:nvSpPr>
        <p:spPr/>
        <p:txBody>
          <a:bodyPr/>
          <a:lstStyle/>
          <a:p>
            <a:pPr lvl="0"/>
            <a:fld id="{5EA792F7-1D9E-4C7E-A103-E8EDFDC2691E}" type="slidenum">
              <a:rPr lang="en-US" noProof="0" smtClean="0"/>
              <a:pPr lvl="0"/>
              <a:t>19</a:t>
            </a:fld>
            <a:endParaRPr lang="en-US" noProof="0" dirty="0"/>
          </a:p>
        </p:txBody>
      </p:sp>
      <p:grpSp>
        <p:nvGrpSpPr>
          <p:cNvPr id="38" name="Graphic 185">
            <a:extLst>
              <a:ext uri="{FF2B5EF4-FFF2-40B4-BE49-F238E27FC236}">
                <a16:creationId xmlns:a16="http://schemas.microsoft.com/office/drawing/2014/main" id="{62ECD7B8-E70F-4597-823C-6C0A5EC4F4F1}"/>
              </a:ext>
              <a:ext uri="{C183D7F6-B498-43B3-948B-1728B52AA6E4}">
                <adec:decorative xmlns:adec="http://schemas.microsoft.com/office/drawing/2017/decorative" val="1"/>
              </a:ext>
            </a:extLst>
          </p:cNvPr>
          <p:cNvGrpSpPr/>
          <p:nvPr/>
        </p:nvGrpSpPr>
        <p:grpSpPr>
          <a:xfrm>
            <a:off x="10299333" y="5649598"/>
            <a:ext cx="1054467" cy="469689"/>
            <a:chOff x="9841624" y="4115729"/>
            <a:chExt cx="602170" cy="268223"/>
          </a:xfrm>
          <a:solidFill>
            <a:schemeClr val="tx1"/>
          </a:solidFill>
        </p:grpSpPr>
        <p:sp>
          <p:nvSpPr>
            <p:cNvPr id="39" name="Freeform: Shape 38">
              <a:extLst>
                <a:ext uri="{FF2B5EF4-FFF2-40B4-BE49-F238E27FC236}">
                  <a16:creationId xmlns:a16="http://schemas.microsoft.com/office/drawing/2014/main" id="{F74CB819-B1E4-4C4C-ABCB-151970A9A0D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7F2A7F6B-452F-4A76-87BA-468BA643B88A}"/>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CB957824-0255-4243-A7A5-CE19287C250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4067041A-231A-4FC6-ABA0-1B5F8A7315B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24ACB53C-8728-49C6-A574-EFB0416BCD4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8" name="Rectangle 7">
            <a:extLst>
              <a:ext uri="{FF2B5EF4-FFF2-40B4-BE49-F238E27FC236}">
                <a16:creationId xmlns:a16="http://schemas.microsoft.com/office/drawing/2014/main" id="{678C687C-3290-EA58-A668-480D9068AD5A}"/>
              </a:ext>
            </a:extLst>
          </p:cNvPr>
          <p:cNvSpPr/>
          <p:nvPr/>
        </p:nvSpPr>
        <p:spPr>
          <a:xfrm>
            <a:off x="-1" y="-67077"/>
            <a:ext cx="12192000" cy="6858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12" name="Picture 11">
            <a:extLst>
              <a:ext uri="{FF2B5EF4-FFF2-40B4-BE49-F238E27FC236}">
                <a16:creationId xmlns:a16="http://schemas.microsoft.com/office/drawing/2014/main" id="{56A1C680-3487-A7C6-77A2-735484F5CF8B}"/>
              </a:ext>
            </a:extLst>
          </p:cNvPr>
          <p:cNvPicPr>
            <a:picLocks noChangeAspect="1"/>
          </p:cNvPicPr>
          <p:nvPr/>
        </p:nvPicPr>
        <p:blipFill>
          <a:blip r:embed="rId3"/>
          <a:stretch>
            <a:fillRect/>
          </a:stretch>
        </p:blipFill>
        <p:spPr>
          <a:xfrm>
            <a:off x="0" y="60244"/>
            <a:ext cx="12192000" cy="6661231"/>
          </a:xfrm>
          <a:prstGeom prst="rect">
            <a:avLst/>
          </a:prstGeom>
          <a:ln>
            <a:noFill/>
          </a:ln>
        </p:spPr>
      </p:pic>
    </p:spTree>
    <p:extLst>
      <p:ext uri="{BB962C8B-B14F-4D97-AF65-F5344CB8AC3E}">
        <p14:creationId xmlns:p14="http://schemas.microsoft.com/office/powerpoint/2010/main" val="2861913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927EE-8BA0-D216-C277-B502162A3DA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5B74FEB-31BF-4486-BBB4-89690C534570}"/>
              </a:ext>
            </a:extLst>
          </p:cNvPr>
          <p:cNvSpPr>
            <a:spLocks noGrp="1"/>
          </p:cNvSpPr>
          <p:nvPr>
            <p:ph type="title"/>
          </p:nvPr>
        </p:nvSpPr>
        <p:spPr>
          <a:xfrm>
            <a:off x="1320362" y="646221"/>
            <a:ext cx="6908452" cy="1140643"/>
          </a:xfrm>
        </p:spPr>
        <p:txBody>
          <a:bodyPr/>
          <a:lstStyle/>
          <a:p>
            <a:r>
              <a:rPr lang="en-IN" b="1" dirty="0">
                <a:solidFill>
                  <a:srgbClr val="DC4826"/>
                </a:solidFill>
              </a:rPr>
              <a:t>Conclusion</a:t>
            </a:r>
            <a:br>
              <a:rPr lang="en-IN" b="1" dirty="0"/>
            </a:br>
            <a:endParaRPr lang="en-US" dirty="0">
              <a:solidFill>
                <a:srgbClr val="DC4826"/>
              </a:solidFill>
            </a:endParaRPr>
          </a:p>
        </p:txBody>
      </p:sp>
      <p:sp>
        <p:nvSpPr>
          <p:cNvPr id="5" name="Slide Number Placeholder 4">
            <a:extLst>
              <a:ext uri="{FF2B5EF4-FFF2-40B4-BE49-F238E27FC236}">
                <a16:creationId xmlns:a16="http://schemas.microsoft.com/office/drawing/2014/main" id="{73367E18-0065-24D2-5196-2465BCACA6DA}"/>
              </a:ext>
            </a:extLst>
          </p:cNvPr>
          <p:cNvSpPr>
            <a:spLocks noGrp="1"/>
          </p:cNvSpPr>
          <p:nvPr>
            <p:ph type="sldNum" sz="quarter" idx="12"/>
          </p:nvPr>
        </p:nvSpPr>
        <p:spPr/>
        <p:txBody>
          <a:bodyPr/>
          <a:lstStyle/>
          <a:p>
            <a:pPr lvl="0"/>
            <a:fld id="{80967E29-1480-472A-9FC5-C4768A52587C}" type="slidenum">
              <a:rPr lang="en-US" noProof="0" smtClean="0"/>
              <a:pPr lvl="0"/>
              <a:t>20</a:t>
            </a:fld>
            <a:endParaRPr lang="en-US" noProof="0"/>
          </a:p>
        </p:txBody>
      </p:sp>
      <p:sp>
        <p:nvSpPr>
          <p:cNvPr id="2" name="Rectangle 1">
            <a:extLst>
              <a:ext uri="{FF2B5EF4-FFF2-40B4-BE49-F238E27FC236}">
                <a16:creationId xmlns:a16="http://schemas.microsoft.com/office/drawing/2014/main" id="{56BED05F-D84E-346E-62C7-6165CFB05836}"/>
              </a:ext>
            </a:extLst>
          </p:cNvPr>
          <p:cNvSpPr>
            <a:spLocks noChangeArrowheads="1"/>
          </p:cNvSpPr>
          <p:nvPr/>
        </p:nvSpPr>
        <p:spPr bwMode="auto">
          <a:xfrm>
            <a:off x="1244948" y="1550612"/>
            <a:ext cx="806873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AstroSage has strong revenue potential, especially from call consultations.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analysis shows operational gaps in call handling and service availability.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Workload should be distributed more evenly among gurus.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Guru training can help improve the overall customer rating.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Peak-hour staffing should be improved to handle high call demand.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Repeat customers should be retained through better service and follow-ups. </a:t>
            </a:r>
          </a:p>
          <a:p>
            <a:pPr lvl="0" eaLnBrk="0" fontAlgn="base" hangingPunct="0">
              <a:spcBef>
                <a:spcPct val="0"/>
              </a:spcBef>
              <a:spcAft>
                <a:spcPct val="0"/>
              </a:spcAft>
              <a:buFontTx/>
              <a:buChar char="•"/>
            </a:pPr>
            <a:r>
              <a:rPr kumimoji="0" lang="en-US" altLang="en-US" sz="1800" i="0" u="none" strike="noStrike" cap="none" normalizeH="0" baseline="0" dirty="0">
                <a:ln>
                  <a:noFill/>
                </a:ln>
                <a:solidFill>
                  <a:schemeClr val="tx1"/>
                </a:solidFill>
                <a:effectLst/>
                <a:latin typeface="Arial" panose="020B0604020202020204" pitchFamily="34" charset="0"/>
              </a:rPr>
              <a:t>The ₹1 crore investment should be used for </a:t>
            </a:r>
            <a:r>
              <a:rPr lang="en-US" dirty="0">
                <a:latin typeface="Arial" panose="020B0604020202020204" pitchFamily="34" charset="0"/>
                <a:cs typeface="Arial" panose="020B0604020202020204" pitchFamily="34" charset="0"/>
              </a:rPr>
              <a:t>Agent Training , Technology      Upgrade , Peak-Hour Staffing , Customer Experience .</a:t>
            </a:r>
            <a:endParaRPr kumimoji="0" lang="en-US" altLang="en-US" sz="180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kumimoji="0" lang="en-US" altLang="en-US" sz="1800" i="0" u="none" strike="noStrike" cap="none" normalizeH="0" baseline="0" dirty="0">
                <a:ln>
                  <a:noFill/>
                </a:ln>
                <a:solidFill>
                  <a:schemeClr val="tx1"/>
                </a:solidFill>
                <a:effectLst/>
                <a:latin typeface="Arial" panose="020B0604020202020204" pitchFamily="34" charset="0"/>
              </a:rPr>
              <a:t>These improvements can help AstroSage achieve better efficiency, customer satisfaction, and profitability. </a:t>
            </a:r>
          </a:p>
        </p:txBody>
      </p:sp>
    </p:spTree>
    <p:extLst>
      <p:ext uri="{BB962C8B-B14F-4D97-AF65-F5344CB8AC3E}">
        <p14:creationId xmlns:p14="http://schemas.microsoft.com/office/powerpoint/2010/main" val="3020350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209C3A7-31E6-4EE8-BF99-2440C094C970}"/>
              </a:ext>
            </a:extLst>
          </p:cNvPr>
          <p:cNvSpPr>
            <a:spLocks noGrp="1"/>
          </p:cNvSpPr>
          <p:nvPr>
            <p:ph type="ctrTitle"/>
          </p:nvPr>
        </p:nvSpPr>
        <p:spPr/>
        <p:txBody>
          <a:bodyPr/>
          <a:lstStyle/>
          <a:p>
            <a:r>
              <a:rPr lang="en-US" dirty="0"/>
              <a:t>THANK YOU</a:t>
            </a:r>
          </a:p>
        </p:txBody>
      </p:sp>
      <p:sp>
        <p:nvSpPr>
          <p:cNvPr id="8" name="Subtitle 7">
            <a:extLst>
              <a:ext uri="{FF2B5EF4-FFF2-40B4-BE49-F238E27FC236}">
                <a16:creationId xmlns:a16="http://schemas.microsoft.com/office/drawing/2014/main" id="{E0BE5AE7-0A6C-4369-BD8C-2F815E4F3E2F}"/>
              </a:ext>
            </a:extLst>
          </p:cNvPr>
          <p:cNvSpPr>
            <a:spLocks noGrp="1"/>
          </p:cNvSpPr>
          <p:nvPr>
            <p:ph type="subTitle" idx="1"/>
          </p:nvPr>
        </p:nvSpPr>
        <p:spPr>
          <a:xfrm>
            <a:off x="7150477" y="3998807"/>
            <a:ext cx="4203323" cy="1647919"/>
          </a:xfrm>
        </p:spPr>
        <p:txBody>
          <a:bodyPr>
            <a:normAutofit/>
          </a:bodyPr>
          <a:lstStyle/>
          <a:p>
            <a:r>
              <a:rPr lang="en-US" dirty="0"/>
              <a:t>- Pratiksha Saraf</a:t>
            </a:r>
          </a:p>
        </p:txBody>
      </p:sp>
      <p:sp>
        <p:nvSpPr>
          <p:cNvPr id="6" name="Slide Number Placeholder 5">
            <a:extLst>
              <a:ext uri="{FF2B5EF4-FFF2-40B4-BE49-F238E27FC236}">
                <a16:creationId xmlns:a16="http://schemas.microsoft.com/office/drawing/2014/main" id="{AF849C70-F913-4CB3-A901-694767834BFB}"/>
              </a:ext>
            </a:extLst>
          </p:cNvPr>
          <p:cNvSpPr>
            <a:spLocks noGrp="1"/>
          </p:cNvSpPr>
          <p:nvPr>
            <p:ph type="sldNum" sz="quarter" idx="12"/>
          </p:nvPr>
        </p:nvSpPr>
        <p:spPr/>
        <p:txBody>
          <a:bodyPr/>
          <a:lstStyle/>
          <a:p>
            <a:pPr lvl="0"/>
            <a:fld id="{F3450C42-9A0B-4425-92C2-70FCF7C45734}" type="slidenum">
              <a:rPr lang="en-US" noProof="0" smtClean="0"/>
              <a:pPr lvl="0"/>
              <a:t>21</a:t>
            </a:fld>
            <a:endParaRPr lang="en-US" noProof="0"/>
          </a:p>
        </p:txBody>
      </p:sp>
      <p:pic>
        <p:nvPicPr>
          <p:cNvPr id="4" name="Picture Placeholder 11">
            <a:extLst>
              <a:ext uri="{FF2B5EF4-FFF2-40B4-BE49-F238E27FC236}">
                <a16:creationId xmlns:a16="http://schemas.microsoft.com/office/drawing/2014/main" id="{DCC64CA8-8505-7DD9-3E2F-FF179333F645}"/>
              </a:ext>
            </a:extLst>
          </p:cNvPr>
          <p:cNvPicPr>
            <a:picLocks noGrp="1" noChangeAspect="1"/>
          </p:cNvPicPr>
          <p:nvPr>
            <p:ph type="pic" sz="quarter" idx="13"/>
          </p:nvPr>
        </p:nvPicPr>
        <p:blipFill>
          <a:blip r:embed="rId3"/>
          <a:srcRect l="12106" t="2887" r="10349" b="3505"/>
          <a:stretch>
            <a:fillRect/>
          </a:stretch>
        </p:blipFill>
        <p:spPr>
          <a:xfrm>
            <a:off x="1768549" y="1356054"/>
            <a:ext cx="3272975" cy="3949412"/>
          </a:xfrm>
        </p:spPr>
      </p:pic>
    </p:spTree>
    <p:extLst>
      <p:ext uri="{BB962C8B-B14F-4D97-AF65-F5344CB8AC3E}">
        <p14:creationId xmlns:p14="http://schemas.microsoft.com/office/powerpoint/2010/main" val="679062198"/>
      </p:ext>
    </p:extLst>
  </p:cSld>
  <p:clrMapOvr>
    <a:masterClrMapping/>
  </p:clrMapOvr>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Orange Experience">
      <a:majorFont>
        <a:latin typeface="Oswald SemiBold"/>
        <a:ea typeface=""/>
        <a:cs typeface=""/>
      </a:majorFont>
      <a:minorFont>
        <a:latin typeface="Univers Condensed Light"/>
        <a:ea typeface=""/>
        <a:cs typeface=""/>
      </a:minorFont>
    </a:fontScheme>
    <a:fmtScheme name="Orange Experien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 Experience" id="{3FBD020F-64D3-42BF-A2BA-FB7237EC65A2}" vid="{0A40F0BF-A9BE-440A-B017-9F6336E8514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0EA051F-84B4-4065-A650-AA89D1B04233}">
  <ds:schemaRefs>
    <ds:schemaRef ds:uri="http://schemas.microsoft.com/sharepoint/v3/contenttype/forms"/>
  </ds:schemaRefs>
</ds:datastoreItem>
</file>

<file path=customXml/itemProps2.xml><?xml version="1.0" encoding="utf-8"?>
<ds:datastoreItem xmlns:ds="http://schemas.openxmlformats.org/officeDocument/2006/customXml" ds:itemID="{874A60CD-0DE5-49D4-8EE4-931437A2651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4279500-64D1-4E99-9E84-D64A6313B3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861</TotalTime>
  <Words>1518</Words>
  <Application>Microsoft Office PowerPoint</Application>
  <PresentationFormat>Widescreen</PresentationFormat>
  <Paragraphs>161</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Arial Black</vt:lpstr>
      <vt:lpstr>Calibri</vt:lpstr>
      <vt:lpstr>Oswald SemiBold</vt:lpstr>
      <vt:lpstr>Source Sans Pro</vt:lpstr>
      <vt:lpstr>Univers Condensed Light</vt:lpstr>
      <vt:lpstr>Orange Experience</vt:lpstr>
      <vt:lpstr>AstroSage Analysis </vt:lpstr>
      <vt:lpstr>Problem Statement</vt:lpstr>
      <vt:lpstr>Introduction</vt:lpstr>
      <vt:lpstr>Objectives </vt:lpstr>
      <vt:lpstr>Data Overview </vt:lpstr>
      <vt:lpstr>▪ Removed duplicate records no duplicates were found in the dataset. ▪ Applied filters to identify and handle missing and inconsistent values. ▪ Used TRIM to remove extra spaces from guru names. ▪ Replaced blank values in chat seconds and chat status with N/A where applicable. ▪ Removed unnecessary entries such as  _v. ▪ boolean values by replacing TRUE as yes and FALSE as no. ▪ Converted rating, GID, UID, chat seconds, and astrologer call duration into the appropriate number format. ▪ Created additional helper columns such as date, day, month, year, hour, and time for further analysis.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AstroSage Performance Overview</vt:lpstr>
      <vt:lpstr>Strategic Recommendations</vt:lpstr>
      <vt:lpstr>PowerPoint Presentation</vt:lpstr>
      <vt:lpstr>Conclusion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pratiksha saraf</cp:lastModifiedBy>
  <cp:revision>18</cp:revision>
  <dcterms:created xsi:type="dcterms:W3CDTF">2026-08-19T05:58:04Z</dcterms:created>
  <dcterms:modified xsi:type="dcterms:W3CDTF">2026-08-22T13:44:22Z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